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746C36-5045-4965-B1F3-CC6A8C375422}" v="2" dt="2024-06-11T13:16:59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8" autoAdjust="0"/>
    <p:restoredTop sz="73181" autoAdjust="0"/>
  </p:normalViewPr>
  <p:slideViewPr>
    <p:cSldViewPr snapToGrid="0">
      <p:cViewPr varScale="1">
        <p:scale>
          <a:sx n="68" d="100"/>
          <a:sy n="68" d="100"/>
        </p:scale>
        <p:origin x="5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odora Dobos" userId="1fd79241e720ce06" providerId="LiveId" clId="{CF746C36-5045-4965-B1F3-CC6A8C375422}"/>
    <pc:docChg chg="undo custSel addSld delSld modSld">
      <pc:chgData name="Teodora Dobos" userId="1fd79241e720ce06" providerId="LiveId" clId="{CF746C36-5045-4965-B1F3-CC6A8C375422}" dt="2024-06-11T13:18:44.367" v="297" actId="20577"/>
      <pc:docMkLst>
        <pc:docMk/>
      </pc:docMkLst>
      <pc:sldChg chg="add del">
        <pc:chgData name="Teodora Dobos" userId="1fd79241e720ce06" providerId="LiveId" clId="{CF746C36-5045-4965-B1F3-CC6A8C375422}" dt="2024-06-11T13:17:03.226" v="260" actId="47"/>
        <pc:sldMkLst>
          <pc:docMk/>
          <pc:sldMk cId="710547177" sldId="257"/>
        </pc:sldMkLst>
      </pc:sldChg>
      <pc:sldChg chg="addSp delSp modSp mod">
        <pc:chgData name="Teodora Dobos" userId="1fd79241e720ce06" providerId="LiveId" clId="{CF746C36-5045-4965-B1F3-CC6A8C375422}" dt="2024-06-11T13:18:07.148" v="275" actId="1076"/>
        <pc:sldMkLst>
          <pc:docMk/>
          <pc:sldMk cId="2289704329" sldId="258"/>
        </pc:sldMkLst>
        <pc:spChg chg="add del mod">
          <ac:chgData name="Teodora Dobos" userId="1fd79241e720ce06" providerId="LiveId" clId="{CF746C36-5045-4965-B1F3-CC6A8C375422}" dt="2024-06-11T13:17:21.793" v="262" actId="478"/>
          <ac:spMkLst>
            <pc:docMk/>
            <pc:sldMk cId="2289704329" sldId="258"/>
            <ac:spMk id="7" creationId="{117FC34C-C445-F8DB-4084-6102B1644973}"/>
          </ac:spMkLst>
        </pc:spChg>
        <pc:picChg chg="add del mod">
          <ac:chgData name="Teodora Dobos" userId="1fd79241e720ce06" providerId="LiveId" clId="{CF746C36-5045-4965-B1F3-CC6A8C375422}" dt="2024-06-11T13:17:28.956" v="265" actId="1076"/>
          <ac:picMkLst>
            <pc:docMk/>
            <pc:sldMk cId="2289704329" sldId="258"/>
            <ac:picMk id="5" creationId="{57A672B8-8C36-E76C-7439-AF16F7F30F62}"/>
          </ac:picMkLst>
        </pc:picChg>
        <pc:picChg chg="add del mod">
          <ac:chgData name="Teodora Dobos" userId="1fd79241e720ce06" providerId="LiveId" clId="{CF746C36-5045-4965-B1F3-CC6A8C375422}" dt="2024-06-11T13:17:48.722" v="270" actId="478"/>
          <ac:picMkLst>
            <pc:docMk/>
            <pc:sldMk cId="2289704329" sldId="258"/>
            <ac:picMk id="9" creationId="{C0B84802-0751-323A-2A90-E7482C8B8733}"/>
          </ac:picMkLst>
        </pc:picChg>
        <pc:picChg chg="add mod">
          <ac:chgData name="Teodora Dobos" userId="1fd79241e720ce06" providerId="LiveId" clId="{CF746C36-5045-4965-B1F3-CC6A8C375422}" dt="2024-06-11T13:18:07.148" v="275" actId="1076"/>
          <ac:picMkLst>
            <pc:docMk/>
            <pc:sldMk cId="2289704329" sldId="258"/>
            <ac:picMk id="11" creationId="{F5BD3414-0973-344A-F2EF-BDCF75278666}"/>
          </ac:picMkLst>
        </pc:picChg>
      </pc:sldChg>
      <pc:sldChg chg="modSp mod">
        <pc:chgData name="Teodora Dobos" userId="1fd79241e720ce06" providerId="LiveId" clId="{CF746C36-5045-4965-B1F3-CC6A8C375422}" dt="2024-06-11T13:18:44.367" v="297" actId="20577"/>
        <pc:sldMkLst>
          <pc:docMk/>
          <pc:sldMk cId="1165162194" sldId="259"/>
        </pc:sldMkLst>
        <pc:spChg chg="mod">
          <ac:chgData name="Teodora Dobos" userId="1fd79241e720ce06" providerId="LiveId" clId="{CF746C36-5045-4965-B1F3-CC6A8C375422}" dt="2024-06-11T13:18:44.367" v="297" actId="20577"/>
          <ac:spMkLst>
            <pc:docMk/>
            <pc:sldMk cId="1165162194" sldId="259"/>
            <ac:spMk id="3" creationId="{93DC065E-F5CA-CBE4-D103-25943CCA809B}"/>
          </ac:spMkLst>
        </pc:spChg>
      </pc:sldChg>
      <pc:sldChg chg="addSp delSp modSp new mod modNotesTx">
        <pc:chgData name="Teodora Dobos" userId="1fd79241e720ce06" providerId="LiveId" clId="{CF746C36-5045-4965-B1F3-CC6A8C375422}" dt="2024-06-11T13:17:01.131" v="259"/>
        <pc:sldMkLst>
          <pc:docMk/>
          <pc:sldMk cId="2192449881" sldId="260"/>
        </pc:sldMkLst>
        <pc:spChg chg="mod">
          <ac:chgData name="Teodora Dobos" userId="1fd79241e720ce06" providerId="LiveId" clId="{CF746C36-5045-4965-B1F3-CC6A8C375422}" dt="2024-06-11T13:16:42.274" v="256" actId="20577"/>
          <ac:spMkLst>
            <pc:docMk/>
            <pc:sldMk cId="2192449881" sldId="260"/>
            <ac:spMk id="2" creationId="{7A97B4EF-67C8-75F5-1CC5-1BBD455780C2}"/>
          </ac:spMkLst>
        </pc:spChg>
        <pc:spChg chg="del">
          <ac:chgData name="Teodora Dobos" userId="1fd79241e720ce06" providerId="LiveId" clId="{CF746C36-5045-4965-B1F3-CC6A8C375422}" dt="2024-06-11T13:16:08.208" v="227" actId="22"/>
          <ac:spMkLst>
            <pc:docMk/>
            <pc:sldMk cId="2192449881" sldId="260"/>
            <ac:spMk id="3" creationId="{1E52A03C-A9E4-CADE-CE5E-0C9D46192768}"/>
          </ac:spMkLst>
        </pc:spChg>
        <pc:picChg chg="add mod ord">
          <ac:chgData name="Teodora Dobos" userId="1fd79241e720ce06" providerId="LiveId" clId="{CF746C36-5045-4965-B1F3-CC6A8C375422}" dt="2024-06-11T13:16:32.561" v="237" actId="1076"/>
          <ac:picMkLst>
            <pc:docMk/>
            <pc:sldMk cId="2192449881" sldId="260"/>
            <ac:picMk id="5" creationId="{0C3F253C-8F1B-4A12-BA08-1E2A3703A8AC}"/>
          </ac:picMkLst>
        </pc:picChg>
        <pc:picChg chg="add mod">
          <ac:chgData name="Teodora Dobos" userId="1fd79241e720ce06" providerId="LiveId" clId="{CF746C36-5045-4965-B1F3-CC6A8C375422}" dt="2024-06-11T13:16:37.849" v="239" actId="1076"/>
          <ac:picMkLst>
            <pc:docMk/>
            <pc:sldMk cId="2192449881" sldId="260"/>
            <ac:picMk id="6" creationId="{41713E00-6CA6-C913-8683-554C82CB1B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77CC4-F83C-408E-8368-4D9964E66D29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FEC5DF-BA9B-4E3B-B83A-E5569D2469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485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IEEE RTS: done</a:t>
            </a:r>
          </a:p>
          <a:p>
            <a:pPr marL="171450" indent="-171450">
              <a:buFontTx/>
              <a:buChar char="-"/>
            </a:pPr>
            <a:r>
              <a:rPr lang="en-US" dirty="0"/>
              <a:t>PJM: data for a specific day (28.02.2023) is parsed – TODO: parse PJM data agnostically; allow user to download the data for a specific day and use the framework to work with it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PyPSAEurSmall</a:t>
            </a:r>
            <a:r>
              <a:rPr lang="en-US" dirty="0"/>
              <a:t>: 40-node network &amp; market data for 01.03.2013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PyPSAEurLarge</a:t>
            </a:r>
            <a:r>
              <a:rPr lang="en-US" dirty="0"/>
              <a:t>: 328-node network &amp; market data for 01.03.2013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TODO: consider different days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ARPA: one scenario works, TODO: parse scenarios agnostically; allow user to a specific scenario and use the framework to work with it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BZR: TODO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457200" lvl="1" indent="0">
              <a:buFontTx/>
              <a:buNone/>
            </a:pPr>
            <a:r>
              <a:rPr lang="en-US" dirty="0"/>
              <a:t> </a:t>
            </a:r>
            <a:endParaRPr lang="de-DE" dirty="0"/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EC5DF-BA9B-4E3B-B83A-E5569D24697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4279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DCOPF works for the current data sources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EC5DF-BA9B-4E3B-B83A-E5569D24697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872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9B21-12A6-D5E6-242A-A0A97EAF7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8BAD1-53E3-3040-6798-A995BC80E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D6DFB-4AAA-33D2-FA01-63A717DE3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416A-0DCD-4090-B81C-B9E79B0AC183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7CCAB-9C51-B58B-A322-1B3F4011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FE195-DB03-3508-EF08-278CEE99D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5BCB-EA5C-42A6-9278-4298CC7A788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3223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9BCD-1654-1220-C646-10FEE9983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0179D-50BF-5F9B-1DBC-AAF41075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1C856-EA71-3EAD-9C23-6BC73A2E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416A-0DCD-4090-B81C-B9E79B0AC183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2B320-FC3A-6E79-B441-BE631B0AD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B78D1-BFAC-15E4-E57F-D0C7E594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5BCB-EA5C-42A6-9278-4298CC7A788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606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1BB0-202C-8E56-391F-347B033B6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2C740-D34E-DECC-1F64-8914D454A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DDB2A-0FBB-F34E-5C4F-C03C636C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416A-0DCD-4090-B81C-B9E79B0AC183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F70D6-6364-C113-BB0E-834CE891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09852-BFDD-B71E-2B50-A2EB60FD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5BCB-EA5C-42A6-9278-4298CC7A788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20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1E89-5720-FBA3-0F8E-D80E1C18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6EF91-D046-9703-AE10-39BD22B3D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23588-3810-BD2E-8762-1E14C7EE7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3EDBB-9767-02AC-5375-04217C0A7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416A-0DCD-4090-B81C-B9E79B0AC183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23E23-DD33-15A7-DB95-42B17AAD5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CE7AC-2488-2377-CD66-49FDEFC8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5BCB-EA5C-42A6-9278-4298CC7A788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735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31BE1-C7BD-033E-151A-2D9E4C90B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AE9FB-FFE8-7C90-E960-4F18CFA84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5575D-B1D0-5970-4AC4-2F72A2991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CFAE6A-8B24-4CCD-6F6A-01277122A2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610B2-A822-C02A-CD14-E4010BCB9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EC24B4-6A28-FF36-6FC1-CEE9FC17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416A-0DCD-4090-B81C-B9E79B0AC183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0AA528-032E-F566-B2A5-A9227845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D3F1AC-0085-DE1D-3CCB-53E38782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5BCB-EA5C-42A6-9278-4298CC7A788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49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1CA2-2A8F-8DA8-74E2-DC6172F4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319008-0A7D-02D4-1428-9932AAEE6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416A-0DCD-4090-B81C-B9E79B0AC183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3A8C22-4C02-2510-BE08-8F061A4F3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83E77-8DA5-E816-4FD9-2FBC95DB7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5BCB-EA5C-42A6-9278-4298CC7A788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17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E306D-430F-7718-0E72-E27E58EB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416A-0DCD-4090-B81C-B9E79B0AC183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A74FB-F078-318A-995E-B530479CF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AEEC3-A3FD-7C33-2FBF-E1C51B11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5BCB-EA5C-42A6-9278-4298CC7A788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924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937F5-1A56-95FE-390A-DE0A5E98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92701-81C1-48F6-A002-60EFFD429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72532-D759-C597-9B3C-B45376363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DD32F-BB18-E640-206B-470531EE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416A-0DCD-4090-B81C-B9E79B0AC183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AA570-D212-1844-A50B-8012166B6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068DD-CA08-B791-9D9E-56316399F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5BCB-EA5C-42A6-9278-4298CC7A788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005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E8A0-BFF7-AA8C-231C-C4318C893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9C8FC-84F2-EF8A-16CE-1A700F498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A8EE3-2992-C779-79CD-473710FD6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8148C-3973-DFD5-E76C-D577F2EE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416A-0DCD-4090-B81C-B9E79B0AC183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1BC96-CF27-F577-B27D-0AE1A6936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CC444-DAA4-7F60-FE78-5291256DE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5BCB-EA5C-42A6-9278-4298CC7A788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885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53A0F-7CE7-848A-BCF1-99EA776E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2C084-DCEC-4996-9EE8-4455C48EA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D56FC-61BF-794B-F537-D509E76ED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416A-0DCD-4090-B81C-B9E79B0AC183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1C94C-E4CF-0AC6-DE31-C694E2E3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E3865-D20B-12E0-E1FB-E41D5E98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5BCB-EA5C-42A6-9278-4298CC7A788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508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B00EB-8538-4A5C-D580-17693CF2BF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985B7-BC67-240E-0FC5-6A4FB95B4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56DA1-3117-043D-0750-4D3D78B7B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B416A-0DCD-4090-B81C-B9E79B0AC183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8F2CB-1593-43E9-8E11-3EE7BBF0B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69B5E-A4F4-7EE0-2D67-3D70CF1E8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05BCB-EA5C-42A6-9278-4298CC7A788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786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4B4D08-8618-99CD-3111-133492BFA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79FA6-5B47-25DC-ECDE-6F78B95C1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9CD4B-F104-70A2-CD83-AA2E45E26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B416A-0DCD-4090-B81C-B9E79B0AC183}" type="datetimeFigureOut">
              <a:rPr lang="de-DE" smtClean="0"/>
              <a:t>11.06.2024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AA233-D7A4-352B-BA46-5DECFE600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6CEEF-8247-396F-2750-F2E59BFBB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005BCB-EA5C-42A6-9278-4298CC7A788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7289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11C7-D02C-1BD7-6BE1-3DC430E95C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APEM Monthly Meeting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1863D-9B53-09BC-EFC6-13A60328F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12.06.2024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0333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B4EF-67C8-75F5-1CC5-1BBD4557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module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3F253C-8F1B-4A12-BA08-1E2A3703A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01263" y="1882503"/>
            <a:ext cx="2780858" cy="461037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13E00-6CA6-C913-8683-554C82CB1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349272"/>
            <a:ext cx="5763179" cy="225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49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C28F-F470-3A45-A0C2-C62184308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module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A672B8-8C36-E76C-7439-AF16F7F30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3372" y="2475916"/>
            <a:ext cx="5705869" cy="109728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BD3414-0973-344A-F2EF-BDCF75278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857" y="1845432"/>
            <a:ext cx="3997265" cy="296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0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AB8B-0440-DD6B-803F-E2DB53EBB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C065E-F5CA-CBE4-D103-25943CCA8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Finalize the data module with the current sources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documentation for the data module</a:t>
            </a:r>
          </a:p>
          <a:p>
            <a:pPr lvl="1"/>
            <a:r>
              <a:rPr lang="en-US" dirty="0"/>
              <a:t>Automatically using, e.g., Sphinx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5162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PresentationFormat>Widescreen</PresentationFormat>
  <Paragraphs>22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APEM Monthly Meeting</vt:lpstr>
      <vt:lpstr>Data module</vt:lpstr>
      <vt:lpstr>Allocation module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Dobos</dc:creator>
  <cp:lastModifiedBy>Teodora Dobos</cp:lastModifiedBy>
  <cp:revision>1</cp:revision>
  <dcterms:created xsi:type="dcterms:W3CDTF">2024-06-11T12:28:10Z</dcterms:created>
  <dcterms:modified xsi:type="dcterms:W3CDTF">2024-06-11T13:18:49Z</dcterms:modified>
</cp:coreProperties>
</file>