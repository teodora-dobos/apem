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theme/theme5.xml" ContentType="application/vnd.openxmlformats-officedocument.theme+xml"/>
  <Override PartName="/ppt/slideLayouts/slideLayout2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3" r:id="rId1"/>
    <p:sldMasterId id="2147483668" r:id="rId2"/>
    <p:sldMasterId id="2147483674" r:id="rId3"/>
    <p:sldMasterId id="2147483648" r:id="rId4"/>
    <p:sldMasterId id="2147483684" r:id="rId5"/>
    <p:sldMasterId id="2147483697" r:id="rId6"/>
  </p:sldMasterIdLst>
  <p:notesMasterIdLst>
    <p:notesMasterId r:id="rId19"/>
  </p:notesMasterIdLst>
  <p:handoutMasterIdLst>
    <p:handoutMasterId r:id="rId20"/>
  </p:handoutMasterIdLst>
  <p:sldIdLst>
    <p:sldId id="355" r:id="rId7"/>
    <p:sldId id="396" r:id="rId8"/>
    <p:sldId id="405" r:id="rId9"/>
    <p:sldId id="394" r:id="rId10"/>
    <p:sldId id="395" r:id="rId11"/>
    <p:sldId id="398" r:id="rId12"/>
    <p:sldId id="400" r:id="rId13"/>
    <p:sldId id="403" r:id="rId14"/>
    <p:sldId id="408" r:id="rId15"/>
    <p:sldId id="409" r:id="rId16"/>
    <p:sldId id="407" r:id="rId17"/>
    <p:sldId id="406" r:id="rId18"/>
  </p:sldIdLst>
  <p:sldSz cx="9144000" cy="6858000" type="screen4x3"/>
  <p:notesSz cx="9925050" cy="6665913"/>
  <p:defaultTex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00">
          <p15:clr>
            <a:srgbClr val="A4A3A4"/>
          </p15:clr>
        </p15:guide>
        <p15:guide id="2" pos="312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9999"/>
    <a:srgbClr val="98C6EA"/>
    <a:srgbClr val="0052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FCFEA7-E502-434B-AC99-0578D601F55D}" v="32" dt="2023-09-29T09:29:01.899"/>
  </p1510:revLst>
</p1510:revInfo>
</file>

<file path=ppt/tableStyles.xml><?xml version="1.0" encoding="utf-8"?>
<a:tblStyleLst xmlns:a="http://schemas.openxmlformats.org/drawingml/2006/main" def="{2D5ABB26-0587-4C30-8999-92F81FD0307C}">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Designformatvorlage 2 - Akz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D083AE6-46FA-4A59-8FB0-9F97EB10719F}" styleName="Helle Formatvorlage 3 - Akz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8EC20E35-A176-4012-BC5E-935CFFF8708E}" styleName="Mittlere Formatvorlag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C4B1156A-380E-4F78-BDF5-A606A8083BF9}" styleName="Mittlere Formatvorlage 4 - Akz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4C1A8A3-306A-4EB7-A6B1-4F7E0EB9C5D6}" styleName="Mittlere Formatvorlage 3 - Akz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88272" autoAdjust="0"/>
  </p:normalViewPr>
  <p:slideViewPr>
    <p:cSldViewPr snapToGrid="0">
      <p:cViewPr varScale="1">
        <p:scale>
          <a:sx n="71" d="100"/>
          <a:sy n="71" d="100"/>
        </p:scale>
        <p:origin x="960" y="42"/>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135" d="100"/>
          <a:sy n="135" d="100"/>
        </p:scale>
        <p:origin x="-1518" y="-90"/>
      </p:cViewPr>
      <p:guideLst>
        <p:guide orient="horz" pos="2100"/>
        <p:guide pos="312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dirty="0"/>
          </a:p>
        </p:txBody>
      </p:sp>
      <p:sp>
        <p:nvSpPr>
          <p:cNvPr id="3" name="Datumsplatzhalter 2"/>
          <p:cNvSpPr>
            <a:spLocks noGrp="1"/>
          </p:cNvSpPr>
          <p:nvPr>
            <p:ph type="dt" sz="quarter"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Arial" pitchFamily="34" charset="0"/>
                <a:cs typeface="Arial" pitchFamily="34" charset="0"/>
              </a:defRPr>
            </a:lvl1pPr>
          </a:lstStyle>
          <a:p>
            <a:pPr>
              <a:defRPr/>
            </a:pPr>
            <a:fld id="{20751376-2EB8-4403-B858-305A8AAA6B01}" type="datetimeFigureOut">
              <a:rPr lang="en-GB"/>
              <a:pPr>
                <a:defRPr/>
              </a:pPr>
              <a:t>01/10/2023</a:t>
            </a:fld>
            <a:endParaRPr lang="en-GB" dirty="0"/>
          </a:p>
        </p:txBody>
      </p:sp>
      <p:sp>
        <p:nvSpPr>
          <p:cNvPr id="4" name="Fußzeilenplatzhalter 3"/>
          <p:cNvSpPr>
            <a:spLocks noGrp="1"/>
          </p:cNvSpPr>
          <p:nvPr>
            <p:ph type="ftr" sz="quarter" idx="2"/>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5" name="Foliennummernplatzhalter 4"/>
          <p:cNvSpPr>
            <a:spLocks noGrp="1"/>
          </p:cNvSpPr>
          <p:nvPr>
            <p:ph type="sldNum" sz="quarter" idx="3"/>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Arial" pitchFamily="34" charset="0"/>
                <a:cs typeface="Arial" pitchFamily="34" charset="0"/>
              </a:defRPr>
            </a:lvl1pPr>
          </a:lstStyle>
          <a:p>
            <a:pPr>
              <a:defRPr/>
            </a:pPr>
            <a:fld id="{62C15F7A-46C6-4AD2-BFEC-842DCCCC19C4}" type="slidenum">
              <a:rPr lang="en-GB"/>
              <a:pPr>
                <a:defRPr/>
              </a:pPr>
              <a:t>‹#›</a:t>
            </a:fld>
            <a:endParaRPr lang="en-GB"/>
          </a:p>
        </p:txBody>
      </p:sp>
    </p:spTree>
    <p:extLst>
      <p:ext uri="{BB962C8B-B14F-4D97-AF65-F5344CB8AC3E}">
        <p14:creationId xmlns:p14="http://schemas.microsoft.com/office/powerpoint/2010/main" val="2829095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3" name="Datumsplatzhalter 2"/>
          <p:cNvSpPr>
            <a:spLocks noGrp="1"/>
          </p:cNvSpPr>
          <p:nvPr>
            <p:ph type="dt"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mn-lt"/>
                <a:cs typeface="+mn-cs"/>
              </a:defRPr>
            </a:lvl1pPr>
          </a:lstStyle>
          <a:p>
            <a:pPr>
              <a:defRPr/>
            </a:pPr>
            <a:fld id="{89C46BC9-2C9E-4670-A85A-6A588BA2D405}" type="datetimeFigureOut">
              <a:rPr lang="en-GB"/>
              <a:pPr>
                <a:defRPr/>
              </a:pPr>
              <a:t>01/10/2023</a:t>
            </a:fld>
            <a:endParaRPr lang="en-GB"/>
          </a:p>
        </p:txBody>
      </p:sp>
      <p:sp>
        <p:nvSpPr>
          <p:cNvPr id="4" name="Folienbildplatzhalter 3"/>
          <p:cNvSpPr>
            <a:spLocks noGrp="1" noRot="1" noChangeAspect="1"/>
          </p:cNvSpPr>
          <p:nvPr>
            <p:ph type="sldImg" idx="2"/>
          </p:nvPr>
        </p:nvSpPr>
        <p:spPr>
          <a:xfrm>
            <a:off x="3295650" y="500063"/>
            <a:ext cx="3333750" cy="2500312"/>
          </a:xfrm>
          <a:prstGeom prst="rect">
            <a:avLst/>
          </a:prstGeom>
          <a:noFill/>
          <a:ln w="12700">
            <a:solidFill>
              <a:prstClr val="black"/>
            </a:solidFill>
          </a:ln>
        </p:spPr>
        <p:txBody>
          <a:bodyPr vert="horz" lIns="90708" tIns="45354" rIns="90708" bIns="45354" rtlCol="0" anchor="ctr"/>
          <a:lstStyle/>
          <a:p>
            <a:pPr lvl="0"/>
            <a:endParaRPr lang="en-GB" noProof="0"/>
          </a:p>
        </p:txBody>
      </p:sp>
      <p:sp>
        <p:nvSpPr>
          <p:cNvPr id="5" name="Notizenplatzhalter 4"/>
          <p:cNvSpPr>
            <a:spLocks noGrp="1"/>
          </p:cNvSpPr>
          <p:nvPr>
            <p:ph type="body" sz="quarter" idx="3"/>
          </p:nvPr>
        </p:nvSpPr>
        <p:spPr>
          <a:xfrm>
            <a:off x="992506" y="3166309"/>
            <a:ext cx="7940040" cy="2999661"/>
          </a:xfrm>
          <a:prstGeom prst="rect">
            <a:avLst/>
          </a:prstGeom>
        </p:spPr>
        <p:txBody>
          <a:bodyPr vert="horz" wrap="square" lIns="90708" tIns="45354" rIns="90708" bIns="45354" numCol="1" anchor="t" anchorCtr="0" compatLnSpc="1">
            <a:prstTxWarp prst="textNoShape">
              <a:avLst/>
            </a:prstTxWarp>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6" name="Fußzeilenplatzhalter 5"/>
          <p:cNvSpPr>
            <a:spLocks noGrp="1"/>
          </p:cNvSpPr>
          <p:nvPr>
            <p:ph type="ftr" sz="quarter" idx="4"/>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7" name="Foliennummernplatzhalter 6"/>
          <p:cNvSpPr>
            <a:spLocks noGrp="1"/>
          </p:cNvSpPr>
          <p:nvPr>
            <p:ph type="sldNum" sz="quarter" idx="5"/>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mn-lt"/>
                <a:cs typeface="+mn-cs"/>
              </a:defRPr>
            </a:lvl1pPr>
          </a:lstStyle>
          <a:p>
            <a:pPr>
              <a:defRPr/>
            </a:pPr>
            <a:fld id="{00AFC6D0-44D5-4EB7-828F-6F464F83D79A}" type="slidenum">
              <a:rPr lang="en-GB"/>
              <a:pPr>
                <a:defRPr/>
              </a:pPr>
              <a:t>‹#›</a:t>
            </a:fld>
            <a:endParaRPr lang="en-GB"/>
          </a:p>
        </p:txBody>
      </p:sp>
    </p:spTree>
    <p:extLst>
      <p:ext uri="{BB962C8B-B14F-4D97-AF65-F5344CB8AC3E}">
        <p14:creationId xmlns:p14="http://schemas.microsoft.com/office/powerpoint/2010/main" val="229799730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Arial" pitchFamily="34" charset="0"/>
      </a:defRPr>
    </a:lvl1pPr>
    <a:lvl2pPr marL="182563" indent="-182563" algn="l" rtl="0" fontAlgn="base">
      <a:spcBef>
        <a:spcPct val="30000"/>
      </a:spcBef>
      <a:spcAft>
        <a:spcPct val="0"/>
      </a:spcAft>
      <a:buFont typeface="Arial" charset="0"/>
      <a:buChar char="•"/>
      <a:defRPr sz="1200" kern="1200">
        <a:solidFill>
          <a:schemeClr val="tx1"/>
        </a:solidFill>
        <a:latin typeface="+mn-lt"/>
        <a:ea typeface="+mn-ea"/>
        <a:cs typeface="Arial" charset="0"/>
      </a:defRPr>
    </a:lvl2pPr>
    <a:lvl3pPr marL="355600" indent="-173038" algn="l" rtl="0" fontAlgn="base">
      <a:spcBef>
        <a:spcPct val="30000"/>
      </a:spcBef>
      <a:spcAft>
        <a:spcPct val="0"/>
      </a:spcAft>
      <a:buFont typeface="Symbol" pitchFamily="18" charset="2"/>
      <a:buChar char="-"/>
      <a:defRPr sz="1200" kern="1200">
        <a:solidFill>
          <a:schemeClr val="tx1"/>
        </a:solidFill>
        <a:latin typeface="+mn-lt"/>
        <a:ea typeface="+mn-ea"/>
        <a:cs typeface="Arial" charset="0"/>
      </a:defRPr>
    </a:lvl3pPr>
    <a:lvl4pPr marL="538163" indent="-182563" algn="l" rtl="0" fontAlgn="base">
      <a:spcBef>
        <a:spcPct val="30000"/>
      </a:spcBef>
      <a:spcAft>
        <a:spcPct val="0"/>
      </a:spcAft>
      <a:buFont typeface="Courier New" pitchFamily="49" charset="0"/>
      <a:buChar char="o"/>
      <a:defRPr sz="1200" kern="1200">
        <a:solidFill>
          <a:schemeClr val="tx1"/>
        </a:solidFill>
        <a:latin typeface="+mn-lt"/>
        <a:ea typeface="+mn-ea"/>
        <a:cs typeface="Arial" charset="0"/>
      </a:defRPr>
    </a:lvl4pPr>
    <a:lvl5pPr marL="720725" indent="-182563" algn="l" rtl="0" fontAlgn="base">
      <a:spcBef>
        <a:spcPct val="30000"/>
      </a:spcBef>
      <a:spcAft>
        <a:spcPct val="0"/>
      </a:spcAft>
      <a:buFont typeface="Wingdings" pitchFamily="2" charset="2"/>
      <a:buChar char="§"/>
      <a:defRPr sz="12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pPr>
              <a:defRPr/>
            </a:pPr>
            <a:fld id="{00AFC6D0-44D5-4EB7-828F-6F464F83D79A}" type="slidenum">
              <a:rPr lang="en-GB" smtClean="0"/>
              <a:pPr>
                <a:defRPr/>
              </a:pPr>
              <a:t>1</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6" name="Inhaltsplatzhalter 2"/>
          <p:cNvSpPr>
            <a:spLocks noGrp="1"/>
          </p:cNvSpPr>
          <p:nvPr>
            <p:ph idx="10" hasCustomPrompt="1"/>
          </p:nvPr>
        </p:nvSpPr>
        <p:spPr>
          <a:xfrm>
            <a:off x="319088" y="1978720"/>
            <a:ext cx="8508999" cy="12741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600" baseline="0" noProof="0" dirty="0" smtClean="0"/>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6408271"/>
            <a:ext cx="575236" cy="358588"/>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a:t>
            </a:fld>
            <a:endParaRPr lang="de-DE" dirty="0"/>
          </a:p>
        </p:txBody>
      </p:sp>
      <p:sp>
        <p:nvSpPr>
          <p:cNvPr id="7" name="Fußzeilenplatzhalter 6"/>
          <p:cNvSpPr>
            <a:spLocks noGrp="1"/>
          </p:cNvSpPr>
          <p:nvPr>
            <p:ph type="ftr" sz="quarter" idx="13"/>
          </p:nvPr>
        </p:nvSpPr>
        <p:spPr/>
        <p:txBody>
          <a:bodyPr/>
          <a:lstStyle/>
          <a:p>
            <a:r>
              <a:rPr lang="de-DE"/>
              <a:t>Dr. rer. nat. Erika Mustermann (TUM) | kann beliebig erweitert werden | Infos mit Strich trennen</a:t>
            </a:r>
            <a:endParaRPr lang="en-US" dirty="0"/>
          </a:p>
        </p:txBody>
      </p:sp>
      <p:sp>
        <p:nvSpPr>
          <p:cNvPr id="8"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17185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94334"/>
            <a:ext cx="8508999" cy="5016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3000" noProof="0" dirty="0">
                <a:solidFill>
                  <a:schemeClr val="bg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978720"/>
            <a:ext cx="8508999" cy="12741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600" baseline="0" noProof="0" dirty="0" smtClean="0">
                <a:solidFill>
                  <a:schemeClr val="bg1"/>
                </a:solidFill>
              </a:defRPr>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7" name="Fußzeilenplatzhalter 6"/>
          <p:cNvSpPr>
            <a:spLocks noGrp="1"/>
          </p:cNvSpPr>
          <p:nvPr>
            <p:ph type="ftr" sz="quarter" idx="13"/>
          </p:nvPr>
        </p:nvSpPr>
        <p:spPr/>
        <p:txBody>
          <a:bodyPr/>
          <a:lstStyle>
            <a:lvl1pPr>
              <a:defRPr>
                <a:solidFill>
                  <a:schemeClr val="bg1"/>
                </a:solidFill>
              </a:defRPr>
            </a:lvl1p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6" name="Inhaltsplatzhalter 2"/>
          <p:cNvSpPr>
            <a:spLocks noGrp="1"/>
          </p:cNvSpPr>
          <p:nvPr>
            <p:ph idx="10" hasCustomPrompt="1"/>
          </p:nvPr>
        </p:nvSpPr>
        <p:spPr>
          <a:xfrm>
            <a:off x="319088" y="1978720"/>
            <a:ext cx="8508999" cy="12741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600" baseline="0" noProof="0" dirty="0" smtClean="0">
                <a:solidFill>
                  <a:srgbClr val="000000"/>
                </a:solidFill>
              </a:defRPr>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6408271"/>
            <a:ext cx="575236" cy="358588"/>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1"/>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7"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171855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19090" y="1762188"/>
            <a:ext cx="8508999" cy="469957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vl2pPr>
              <a:lnSpc>
                <a:spcPct val="114000"/>
              </a:lnSpc>
              <a:defRPr lang="de-DE" noProof="0" dirty="0" smtClean="0"/>
            </a:lvl2pPr>
            <a:lvl3pPr>
              <a:defRPr sz="160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6"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1675893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89" y="1762188"/>
            <a:ext cx="8508999" cy="71495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stStyle>
          <a:p>
            <a:pPr lvl="0"/>
            <a:r>
              <a:rPr lang="de-DE" noProof="0" dirty="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8" name="Inhaltsplatzhalter 9"/>
          <p:cNvSpPr>
            <a:spLocks noGrp="1"/>
          </p:cNvSpPr>
          <p:nvPr>
            <p:ph sz="quarter" idx="18"/>
          </p:nvPr>
        </p:nvSpPr>
        <p:spPr>
          <a:xfrm>
            <a:off x="316992" y="2484000"/>
            <a:ext cx="4242816" cy="3974655"/>
          </a:xfrm>
          <a:prstGeom prst="rect">
            <a:avLst/>
          </a:prstGeom>
        </p:spPr>
        <p:txBody>
          <a:bodyPr lIns="0" rIns="0"/>
          <a:lstStyle>
            <a:lvl1pPr>
              <a:defRPr lang="de-DE" sz="1600" kern="1200" noProof="0" dirty="0" smtClean="0">
                <a:solidFill>
                  <a:schemeClr val="tx1"/>
                </a:solidFill>
                <a:latin typeface="+mn-lt"/>
                <a:ea typeface="+mn-ea"/>
                <a:cs typeface="+mn-cs"/>
              </a:defRPr>
            </a:lvl1pPr>
            <a:lvl2pPr>
              <a:defRPr/>
            </a:lvl2pPr>
            <a:lvl3pPr>
              <a:defRPr sz="1600"/>
            </a:lvl3pPr>
          </a:lstStyle>
          <a:p>
            <a:pPr lvl="0"/>
            <a:r>
              <a:rPr lang="de-DE" dirty="0"/>
              <a:t>Textmasterformate durch Klicken bearbeiten</a:t>
            </a:r>
          </a:p>
          <a:p>
            <a:pPr lvl="1"/>
            <a:r>
              <a:rPr lang="de-DE" dirty="0"/>
              <a:t>Zweite Ebene</a:t>
            </a:r>
          </a:p>
          <a:p>
            <a:pPr lvl="2"/>
            <a:r>
              <a:rPr lang="de-DE" sz="1600" dirty="0"/>
              <a:t>Dritte Ebene</a:t>
            </a:r>
            <a:endParaRPr lang="de-DE" dirty="0"/>
          </a:p>
        </p:txBody>
      </p:sp>
      <p:sp>
        <p:nvSpPr>
          <p:cNvPr id="11" name="Bildplatzhalter 2"/>
          <p:cNvSpPr>
            <a:spLocks noGrp="1"/>
          </p:cNvSpPr>
          <p:nvPr>
            <p:ph type="pic" sz="quarter" idx="14" hasCustomPrompt="1"/>
          </p:nvPr>
        </p:nvSpPr>
        <p:spPr>
          <a:xfrm>
            <a:off x="4584192" y="2484120"/>
            <a:ext cx="4244400" cy="3974400"/>
          </a:xfrm>
          <a:prstGeom prst="rect">
            <a:avLst/>
          </a:prstGeom>
        </p:spPr>
        <p:txBody>
          <a:bodyPr/>
          <a:lstStyle>
            <a:lvl1pPr>
              <a:lnSpc>
                <a:spcPct val="114000"/>
              </a:lnSpc>
              <a:defRPr/>
            </a:lvl1pPr>
          </a:lstStyle>
          <a:p>
            <a:endParaRPr lang="de-DE" dirty="0"/>
          </a:p>
        </p:txBody>
      </p:sp>
      <p:sp>
        <p:nvSpPr>
          <p:cNvPr id="10"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3747977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9091" y="1762188"/>
            <a:ext cx="4180910" cy="46873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vl2pPr>
              <a:lnSpc>
                <a:spcPct val="114000"/>
              </a:lnSpc>
              <a:defRPr lang="de-DE" noProof="0" dirty="0" smtClean="0"/>
            </a:lvl2pPr>
            <a:lvl3pPr>
              <a:defRPr sz="1600" baseline="0"/>
            </a:lvl3pPr>
          </a:lstStyle>
          <a:p>
            <a:pPr lvl="0"/>
            <a:r>
              <a:rPr lang="de-DE" noProof="0" dirty="0"/>
              <a:t>Inhalt durch Klicken bearbeiten</a:t>
            </a:r>
          </a:p>
          <a:p>
            <a:pPr lvl="1"/>
            <a:r>
              <a:rPr lang="de-DE" noProof="0" dirty="0"/>
              <a:t>Zweite Ebene</a:t>
            </a:r>
          </a:p>
          <a:p>
            <a:pPr lvl="2"/>
            <a:r>
              <a:rPr lang="de-DE" sz="1600" noProof="0" dirty="0"/>
              <a:t>Dritte Ebene</a:t>
            </a:r>
            <a:endParaRPr lang="de-DE" noProof="0" dirty="0"/>
          </a:p>
        </p:txBody>
      </p:sp>
      <p:sp>
        <p:nvSpPr>
          <p:cNvPr id="13" name="Inhaltsplatzhalter 2"/>
          <p:cNvSpPr>
            <a:spLocks noGrp="1"/>
          </p:cNvSpPr>
          <p:nvPr>
            <p:ph idx="15" hasCustomPrompt="1"/>
          </p:nvPr>
        </p:nvSpPr>
        <p:spPr>
          <a:xfrm>
            <a:off x="4647179" y="1762188"/>
            <a:ext cx="4180910" cy="46873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vl2pPr>
              <a:lnSpc>
                <a:spcPct val="114000"/>
              </a:lnSpc>
              <a:defRPr lang="de-DE" noProof="0" dirty="0" smtClean="0"/>
            </a:lvl2pPr>
            <a:lvl3pPr>
              <a:defRPr sz="1600"/>
            </a:lvl3pPr>
          </a:lstStyle>
          <a:p>
            <a:pPr lvl="0"/>
            <a:r>
              <a:rPr lang="de-DE" noProof="0" dirty="0"/>
              <a:t>Inhalt durch Klicken bearbeiten</a:t>
            </a:r>
          </a:p>
          <a:p>
            <a:pPr lvl="1"/>
            <a:r>
              <a:rPr lang="de-DE" noProof="0" dirty="0"/>
              <a:t>Zweite Ebene</a:t>
            </a:r>
          </a:p>
          <a:p>
            <a:pPr lvl="2"/>
            <a:r>
              <a:rPr lang="de-DE" sz="1600" noProof="0" dirty="0"/>
              <a:t>Dritte Ebene</a:t>
            </a:r>
            <a:endParaRPr lang="de-DE" noProof="0" dirty="0"/>
          </a:p>
        </p:txBody>
      </p:sp>
      <p:sp>
        <p:nvSpPr>
          <p:cNvPr id="6" name="Foliennummernplatzhalter 5"/>
          <p:cNvSpPr>
            <a:spLocks noGrp="1"/>
          </p:cNvSpPr>
          <p:nvPr>
            <p:ph type="sldNum" sz="quarter" idx="16"/>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7"/>
          </p:nvPr>
        </p:nvSpPr>
        <p:spPr/>
        <p:txBody>
          <a:bodyPr/>
          <a:lstStyle/>
          <a:p>
            <a:r>
              <a:rPr lang="de-DE"/>
              <a:t>Dr. rer. nat. Erika Mustermann (TUM) | kann beliebig erweitert werden | Infos mit Strich trennen</a:t>
            </a:r>
            <a:endParaRPr lang="en-US" dirty="0"/>
          </a:p>
        </p:txBody>
      </p:sp>
      <p:sp>
        <p:nvSpPr>
          <p:cNvPr id="7"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1494489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2499360"/>
            <a:ext cx="8508999" cy="3962400"/>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vl2pPr>
              <a:lnSpc>
                <a:spcPct val="114000"/>
              </a:lnSpc>
              <a:defRPr lang="de-DE" noProof="0" dirty="0" smtClean="0"/>
            </a:lvl2pPr>
            <a:lvl3pPr>
              <a:defRPr sz="1600"/>
            </a:lvl3pPr>
          </a:lstStyle>
          <a:p>
            <a:pPr lvl="0"/>
            <a:r>
              <a:rPr lang="de-DE" noProof="0" dirty="0"/>
              <a:t>Inhalt durch Klicken bearbeiten</a:t>
            </a:r>
          </a:p>
          <a:p>
            <a:pPr lvl="1"/>
            <a:r>
              <a:rPr lang="de-DE" noProof="0" dirty="0"/>
              <a:t>Zweite Ebene</a:t>
            </a:r>
          </a:p>
          <a:p>
            <a:pPr lvl="2"/>
            <a:r>
              <a:rPr lang="de-DE" sz="1600" noProof="0" dirty="0"/>
              <a:t>Dritte Ebene</a:t>
            </a:r>
            <a:endParaRPr lang="de-DE" noProof="0" dirty="0"/>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89" y="1762188"/>
            <a:ext cx="8508999" cy="714951"/>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stStyle>
          <a:p>
            <a:pPr lvl="0"/>
            <a:r>
              <a:rPr lang="de-DE" noProof="0" dirty="0"/>
              <a:t>Inhalt durch Klicken bearbeiten</a:t>
            </a:r>
          </a:p>
        </p:txBody>
      </p:sp>
      <p:sp>
        <p:nvSpPr>
          <p:cNvPr id="8"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2364260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große Bilder">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89" y="1762188"/>
            <a:ext cx="8508999" cy="71495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stStyle>
          <a:p>
            <a:pPr lvl="0"/>
            <a:r>
              <a:rPr lang="de-DE" noProof="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9" name="Bildplatzhalter 8"/>
          <p:cNvSpPr>
            <a:spLocks noGrp="1"/>
          </p:cNvSpPr>
          <p:nvPr>
            <p:ph type="pic" sz="quarter" idx="17"/>
          </p:nvPr>
        </p:nvSpPr>
        <p:spPr>
          <a:xfrm>
            <a:off x="0" y="2476500"/>
            <a:ext cx="9144000" cy="4381500"/>
          </a:xfrm>
          <a:prstGeom prst="rect">
            <a:avLst/>
          </a:prstGeom>
        </p:spPr>
        <p:txBody>
          <a:bodyPr/>
          <a:lstStyle/>
          <a:p>
            <a:endParaRPr lang="de-DE"/>
          </a:p>
        </p:txBody>
      </p:sp>
      <p:sp>
        <p:nvSpPr>
          <p:cNvPr id="8"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4123532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691640"/>
            <a:ext cx="9144000" cy="5166360"/>
          </a:xfrm>
          <a:prstGeom prst="rect">
            <a:avLst/>
          </a:prstGeom>
        </p:spPr>
        <p:txBody>
          <a:bodyPr/>
          <a:lstStyle>
            <a:lvl1pPr>
              <a:lnSpc>
                <a:spcPct val="114000"/>
              </a:lnSpc>
              <a:defRPr/>
            </a:lvl1pPr>
          </a:lstStyle>
          <a:p>
            <a:endParaRPr lang="de-DE" dirty="0"/>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6"/>
          </p:nvPr>
        </p:nvSpPr>
        <p:spPr/>
        <p:txBody>
          <a:bodyPr/>
          <a:lstStyle/>
          <a:p>
            <a:r>
              <a:rPr lang="de-DE"/>
              <a:t>Dr. rer. nat. Erika Mustermann (TUM) | kann beliebig erweitert werden | Infos mit Strich trennen</a:t>
            </a:r>
            <a:endParaRPr lang="en-US" dirty="0"/>
          </a:p>
        </p:txBody>
      </p:sp>
      <p:sp>
        <p:nvSpPr>
          <p:cNvPr id="7"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24352564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2477139"/>
            <a:ext cx="9144000" cy="4380861"/>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18" name="Textplatzhalter 7"/>
          <p:cNvSpPr>
            <a:spLocks noGrp="1"/>
          </p:cNvSpPr>
          <p:nvPr>
            <p:ph type="body" sz="quarter" idx="13" hasCustomPrompt="1"/>
          </p:nvPr>
        </p:nvSpPr>
        <p:spPr>
          <a:xfrm>
            <a:off x="319089" y="1762188"/>
            <a:ext cx="8508999" cy="71495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stStyle>
          <a:p>
            <a:pPr lvl="0"/>
            <a:r>
              <a:rPr lang="de-DE" noProof="0" dirty="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8" name="Inhaltsplatzhalter 9"/>
          <p:cNvSpPr>
            <a:spLocks noGrp="1"/>
          </p:cNvSpPr>
          <p:nvPr>
            <p:ph sz="quarter" idx="18"/>
          </p:nvPr>
        </p:nvSpPr>
        <p:spPr>
          <a:xfrm>
            <a:off x="316992" y="2484000"/>
            <a:ext cx="4242816" cy="3974655"/>
          </a:xfrm>
          <a:prstGeom prst="rect">
            <a:avLst/>
          </a:prstGeom>
        </p:spPr>
        <p:txBody>
          <a:bodyPr lIns="0" rIns="0"/>
          <a:lstStyle>
            <a:lvl1pPr>
              <a:defRPr lang="de-DE" sz="1600" kern="1200" noProof="0" dirty="0" smtClean="0">
                <a:solidFill>
                  <a:schemeClr val="tx1"/>
                </a:solidFill>
                <a:latin typeface="+mn-lt"/>
                <a:ea typeface="+mn-ea"/>
                <a:cs typeface="+mn-cs"/>
              </a:defRPr>
            </a:lvl1pPr>
            <a:lvl2pPr>
              <a:defRPr/>
            </a:lvl2pPr>
            <a:lvl3pPr>
              <a:defRPr sz="1600" baseline="0"/>
            </a:lvl3pPr>
          </a:lstStyle>
          <a:p>
            <a:pPr lvl="0"/>
            <a:r>
              <a:rPr lang="de-DE" dirty="0"/>
              <a:t>Textmasterformate durch Klicken bearbeiten</a:t>
            </a:r>
          </a:p>
          <a:p>
            <a:pPr lvl="1"/>
            <a:r>
              <a:rPr lang="de-DE" dirty="0"/>
              <a:t>Zweite Ebene</a:t>
            </a:r>
          </a:p>
          <a:p>
            <a:pPr lvl="2"/>
            <a:r>
              <a:rPr lang="de-DE" sz="1600" dirty="0"/>
              <a:t>Dritte Ebene</a:t>
            </a:r>
            <a:endParaRPr lang="de-DE" dirty="0"/>
          </a:p>
        </p:txBody>
      </p:sp>
      <p:sp>
        <p:nvSpPr>
          <p:cNvPr id="11" name="Bildplatzhalter 2"/>
          <p:cNvSpPr>
            <a:spLocks noGrp="1"/>
          </p:cNvSpPr>
          <p:nvPr>
            <p:ph type="pic" sz="quarter" idx="14" hasCustomPrompt="1"/>
          </p:nvPr>
        </p:nvSpPr>
        <p:spPr>
          <a:xfrm>
            <a:off x="4584192" y="2484120"/>
            <a:ext cx="4244400" cy="3974400"/>
          </a:xfrm>
          <a:prstGeom prst="rect">
            <a:avLst/>
          </a:prstGeom>
        </p:spPr>
        <p:txBody>
          <a:bodyPr/>
          <a:lstStyle>
            <a:lvl1pPr>
              <a:lnSpc>
                <a:spcPct val="114000"/>
              </a:lnSpc>
              <a:defRPr/>
            </a:lvl1pPr>
          </a:lstStyle>
          <a:p>
            <a:endParaRPr lang="de-DE" dirty="0"/>
          </a:p>
        </p:txBody>
      </p:sp>
      <p:sp>
        <p:nvSpPr>
          <p:cNvPr id="10"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1790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6" name="Inhaltsplatzhalter 2"/>
          <p:cNvSpPr>
            <a:spLocks noGrp="1"/>
          </p:cNvSpPr>
          <p:nvPr>
            <p:ph idx="10" hasCustomPrompt="1"/>
          </p:nvPr>
        </p:nvSpPr>
        <p:spPr>
          <a:xfrm>
            <a:off x="319088" y="1978720"/>
            <a:ext cx="8508999" cy="12741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600" baseline="0" noProof="0" dirty="0" smtClean="0"/>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6408271"/>
            <a:ext cx="575236" cy="358588"/>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8" name="Foliennummernplatzhalter 7"/>
          <p:cNvSpPr>
            <a:spLocks noGrp="1"/>
          </p:cNvSpPr>
          <p:nvPr>
            <p:ph type="sldNum" sz="quarter" idx="12"/>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3"/>
          </p:nvPr>
        </p:nvSpPr>
        <p:spPr/>
        <p:txBody>
          <a:bodyPr/>
          <a:lstStyle/>
          <a:p>
            <a:r>
              <a:rPr lang="de-DE"/>
              <a:t>Dr. rer. nat. Erika Mustermann (TUM) | kann beliebig erweitert werden | Infos mit Strich trennen</a:t>
            </a:r>
            <a:endParaRPr lang="en-US" dirty="0"/>
          </a:p>
        </p:txBody>
      </p:sp>
      <p:sp>
        <p:nvSpPr>
          <p:cNvPr id="7"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1718550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19090" y="1762188"/>
            <a:ext cx="8508999" cy="469957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vl2pPr>
              <a:lnSpc>
                <a:spcPct val="114000"/>
              </a:lnSpc>
              <a:defRPr lang="de-DE" noProof="0" dirty="0" smtClean="0"/>
            </a:lvl2pPr>
            <a:lvl3pPr>
              <a:defRPr sz="160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6"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21839487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2499360"/>
            <a:ext cx="8508999" cy="3962400"/>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vl2pPr>
              <a:lnSpc>
                <a:spcPct val="114000"/>
              </a:lnSpc>
              <a:defRPr lang="de-DE" noProof="0" dirty="0" smtClean="0"/>
            </a:lvl2pPr>
            <a:lvl3pPr>
              <a:defRPr sz="1600"/>
            </a:lvl3pPr>
          </a:lstStyle>
          <a:p>
            <a:pPr lvl="0"/>
            <a:r>
              <a:rPr lang="de-DE" noProof="0" dirty="0"/>
              <a:t>Inhalt durch Klicken bearbeiten</a:t>
            </a:r>
          </a:p>
          <a:p>
            <a:pPr lvl="1"/>
            <a:r>
              <a:rPr lang="de-DE" noProof="0" dirty="0"/>
              <a:t>Zweite Ebene</a:t>
            </a:r>
          </a:p>
          <a:p>
            <a:pPr lvl="2"/>
            <a:r>
              <a:rPr lang="de-DE" sz="1600" noProof="0" dirty="0"/>
              <a:t>Dritte Ebene</a:t>
            </a:r>
            <a:endParaRPr lang="de-DE" noProof="0" dirty="0"/>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89" y="1762188"/>
            <a:ext cx="8508999" cy="714951"/>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stStyle>
          <a:p>
            <a:pPr lvl="0"/>
            <a:r>
              <a:rPr lang="de-DE" noProof="0" dirty="0"/>
              <a:t>Inhalt durch Klicken bearbeiten</a:t>
            </a:r>
          </a:p>
        </p:txBody>
      </p:sp>
      <p:sp>
        <p:nvSpPr>
          <p:cNvPr id="8"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21839487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9091" y="1762188"/>
            <a:ext cx="4180910" cy="46873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vl2pPr>
              <a:lnSpc>
                <a:spcPct val="114000"/>
              </a:lnSpc>
              <a:defRPr lang="de-DE" noProof="0" dirty="0" smtClean="0"/>
            </a:lvl2pPr>
            <a:lvl3pPr>
              <a:defRPr sz="1600" baseline="0"/>
            </a:lvl3pPr>
          </a:lstStyle>
          <a:p>
            <a:pPr lvl="0"/>
            <a:r>
              <a:rPr lang="de-DE" noProof="0" dirty="0"/>
              <a:t>Inhalt durch Klicken bearbeiten</a:t>
            </a:r>
          </a:p>
          <a:p>
            <a:pPr lvl="1"/>
            <a:r>
              <a:rPr lang="de-DE" noProof="0" dirty="0"/>
              <a:t>Zweite Ebene</a:t>
            </a:r>
          </a:p>
          <a:p>
            <a:pPr lvl="2"/>
            <a:r>
              <a:rPr lang="de-DE" sz="1600" noProof="0" dirty="0"/>
              <a:t>Dritte Ebene</a:t>
            </a:r>
            <a:endParaRPr lang="de-DE" noProof="0" dirty="0"/>
          </a:p>
        </p:txBody>
      </p:sp>
      <p:sp>
        <p:nvSpPr>
          <p:cNvPr id="13" name="Inhaltsplatzhalter 2"/>
          <p:cNvSpPr>
            <a:spLocks noGrp="1"/>
          </p:cNvSpPr>
          <p:nvPr>
            <p:ph idx="15" hasCustomPrompt="1"/>
          </p:nvPr>
        </p:nvSpPr>
        <p:spPr>
          <a:xfrm>
            <a:off x="4647179" y="1762188"/>
            <a:ext cx="4180910" cy="46873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vl2pPr>
              <a:lnSpc>
                <a:spcPct val="114000"/>
              </a:lnSpc>
              <a:defRPr lang="de-DE" noProof="0" dirty="0" smtClean="0"/>
            </a:lvl2pPr>
            <a:lvl3pPr>
              <a:defRPr sz="1600"/>
            </a:lvl3pPr>
          </a:lstStyle>
          <a:p>
            <a:pPr lvl="0"/>
            <a:r>
              <a:rPr lang="de-DE" noProof="0" dirty="0"/>
              <a:t>Inhalt durch Klicken bearbeiten</a:t>
            </a:r>
          </a:p>
          <a:p>
            <a:pPr lvl="1"/>
            <a:r>
              <a:rPr lang="de-DE" noProof="0" dirty="0"/>
              <a:t>Zweite Ebene</a:t>
            </a:r>
          </a:p>
          <a:p>
            <a:pPr lvl="2"/>
            <a:r>
              <a:rPr lang="de-DE" sz="1600" noProof="0" dirty="0"/>
              <a:t>Dritte Ebene</a:t>
            </a:r>
            <a:endParaRPr lang="de-DE" noProof="0" dirty="0"/>
          </a:p>
        </p:txBody>
      </p:sp>
      <p:sp>
        <p:nvSpPr>
          <p:cNvPr id="6" name="Foliennummernplatzhalter 5"/>
          <p:cNvSpPr>
            <a:spLocks noGrp="1"/>
          </p:cNvSpPr>
          <p:nvPr>
            <p:ph type="sldNum" sz="quarter" idx="16"/>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7"/>
          </p:nvPr>
        </p:nvSpPr>
        <p:spPr/>
        <p:txBody>
          <a:bodyPr/>
          <a:lstStyle/>
          <a:p>
            <a:r>
              <a:rPr lang="de-DE"/>
              <a:t>Dr. rer. nat. Erika Mustermann (TUM) | kann beliebig erweitert werden | Infos mit Strich trennen</a:t>
            </a:r>
            <a:endParaRPr lang="en-US" dirty="0"/>
          </a:p>
        </p:txBody>
      </p:sp>
      <p:sp>
        <p:nvSpPr>
          <p:cNvPr id="7"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34629014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89" y="1762188"/>
            <a:ext cx="8508999" cy="71495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stStyle>
          <a:p>
            <a:pPr lvl="0"/>
            <a:r>
              <a:rPr lang="de-DE" noProof="0" dirty="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8" name="Inhaltsplatzhalter 9"/>
          <p:cNvSpPr>
            <a:spLocks noGrp="1"/>
          </p:cNvSpPr>
          <p:nvPr>
            <p:ph sz="quarter" idx="18"/>
          </p:nvPr>
        </p:nvSpPr>
        <p:spPr>
          <a:xfrm>
            <a:off x="316992" y="2484000"/>
            <a:ext cx="4242816" cy="3974655"/>
          </a:xfrm>
          <a:prstGeom prst="rect">
            <a:avLst/>
          </a:prstGeom>
        </p:spPr>
        <p:txBody>
          <a:bodyPr lIns="0" rIns="0"/>
          <a:lstStyle>
            <a:lvl1pPr>
              <a:defRPr lang="de-DE" sz="1600" kern="1200" noProof="0" dirty="0" smtClean="0">
                <a:solidFill>
                  <a:schemeClr val="tx1"/>
                </a:solidFill>
                <a:latin typeface="+mn-lt"/>
                <a:ea typeface="+mn-ea"/>
                <a:cs typeface="+mn-cs"/>
              </a:defRPr>
            </a:lvl1pPr>
            <a:lvl2pPr>
              <a:defRPr/>
            </a:lvl2pPr>
            <a:lvl3pPr>
              <a:defRPr sz="1600"/>
            </a:lvl3pPr>
          </a:lstStyle>
          <a:p>
            <a:pPr lvl="0"/>
            <a:r>
              <a:rPr lang="de-DE" dirty="0"/>
              <a:t>Textmasterformate durch Klicken bearbeiten</a:t>
            </a:r>
          </a:p>
          <a:p>
            <a:pPr lvl="1"/>
            <a:r>
              <a:rPr lang="de-DE" dirty="0"/>
              <a:t>Zweite Ebene</a:t>
            </a:r>
          </a:p>
          <a:p>
            <a:pPr lvl="2"/>
            <a:r>
              <a:rPr lang="de-DE" sz="1600" dirty="0"/>
              <a:t>Dritte Ebene</a:t>
            </a:r>
            <a:endParaRPr lang="de-DE" dirty="0"/>
          </a:p>
        </p:txBody>
      </p:sp>
      <p:sp>
        <p:nvSpPr>
          <p:cNvPr id="11" name="Bildplatzhalter 2"/>
          <p:cNvSpPr>
            <a:spLocks noGrp="1"/>
          </p:cNvSpPr>
          <p:nvPr>
            <p:ph type="pic" sz="quarter" idx="14" hasCustomPrompt="1"/>
          </p:nvPr>
        </p:nvSpPr>
        <p:spPr>
          <a:xfrm>
            <a:off x="4584192" y="2484120"/>
            <a:ext cx="4244400" cy="3974400"/>
          </a:xfrm>
          <a:prstGeom prst="rect">
            <a:avLst/>
          </a:prstGeom>
        </p:spPr>
        <p:txBody>
          <a:bodyPr/>
          <a:lstStyle>
            <a:lvl1pPr>
              <a:lnSpc>
                <a:spcPct val="114000"/>
              </a:lnSpc>
              <a:defRPr/>
            </a:lvl1pPr>
          </a:lstStyle>
          <a:p>
            <a:endParaRPr lang="de-DE" dirty="0"/>
          </a:p>
        </p:txBody>
      </p:sp>
      <p:sp>
        <p:nvSpPr>
          <p:cNvPr id="10"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11115081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2477139"/>
            <a:ext cx="9144000" cy="4380861"/>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18" name="Textplatzhalter 7"/>
          <p:cNvSpPr>
            <a:spLocks noGrp="1"/>
          </p:cNvSpPr>
          <p:nvPr>
            <p:ph type="body" sz="quarter" idx="13" hasCustomPrompt="1"/>
          </p:nvPr>
        </p:nvSpPr>
        <p:spPr>
          <a:xfrm>
            <a:off x="319089" y="1762188"/>
            <a:ext cx="8508999" cy="71495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stStyle>
          <a:p>
            <a:pPr lvl="0"/>
            <a:r>
              <a:rPr lang="de-DE" noProof="0" dirty="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8" name="Inhaltsplatzhalter 9"/>
          <p:cNvSpPr>
            <a:spLocks noGrp="1"/>
          </p:cNvSpPr>
          <p:nvPr>
            <p:ph sz="quarter" idx="18"/>
          </p:nvPr>
        </p:nvSpPr>
        <p:spPr>
          <a:xfrm>
            <a:off x="316992" y="2484000"/>
            <a:ext cx="4242816" cy="3974655"/>
          </a:xfrm>
          <a:prstGeom prst="rect">
            <a:avLst/>
          </a:prstGeom>
        </p:spPr>
        <p:txBody>
          <a:bodyPr lIns="0" rIns="0"/>
          <a:lstStyle>
            <a:lvl1pPr>
              <a:defRPr lang="de-DE" sz="1600" kern="1200" noProof="0" dirty="0" smtClean="0">
                <a:solidFill>
                  <a:schemeClr val="tx1"/>
                </a:solidFill>
                <a:latin typeface="+mn-lt"/>
                <a:ea typeface="+mn-ea"/>
                <a:cs typeface="+mn-cs"/>
              </a:defRPr>
            </a:lvl1pPr>
            <a:lvl2pPr>
              <a:defRPr/>
            </a:lvl2pPr>
            <a:lvl3pPr>
              <a:defRPr sz="1600" baseline="0"/>
            </a:lvl3pPr>
          </a:lstStyle>
          <a:p>
            <a:pPr lvl="0"/>
            <a:r>
              <a:rPr lang="de-DE" dirty="0"/>
              <a:t>Textmasterformate durch Klicken bearbeiten</a:t>
            </a:r>
          </a:p>
          <a:p>
            <a:pPr lvl="1"/>
            <a:r>
              <a:rPr lang="de-DE" dirty="0"/>
              <a:t>Zweite Ebene</a:t>
            </a:r>
          </a:p>
          <a:p>
            <a:pPr lvl="2"/>
            <a:r>
              <a:rPr lang="de-DE" sz="1600" dirty="0"/>
              <a:t>Dritte Ebene</a:t>
            </a:r>
            <a:endParaRPr lang="de-DE" dirty="0"/>
          </a:p>
        </p:txBody>
      </p:sp>
      <p:sp>
        <p:nvSpPr>
          <p:cNvPr id="11" name="Bildplatzhalter 2"/>
          <p:cNvSpPr>
            <a:spLocks noGrp="1"/>
          </p:cNvSpPr>
          <p:nvPr>
            <p:ph type="pic" sz="quarter" idx="14" hasCustomPrompt="1"/>
          </p:nvPr>
        </p:nvSpPr>
        <p:spPr>
          <a:xfrm>
            <a:off x="4584192" y="2484120"/>
            <a:ext cx="4244400" cy="3974400"/>
          </a:xfrm>
          <a:prstGeom prst="rect">
            <a:avLst/>
          </a:prstGeom>
        </p:spPr>
        <p:txBody>
          <a:bodyPr/>
          <a:lstStyle>
            <a:lvl1pPr>
              <a:lnSpc>
                <a:spcPct val="114000"/>
              </a:lnSpc>
              <a:defRPr/>
            </a:lvl1pPr>
          </a:lstStyle>
          <a:p>
            <a:endParaRPr lang="de-DE" dirty="0"/>
          </a:p>
        </p:txBody>
      </p:sp>
      <p:sp>
        <p:nvSpPr>
          <p:cNvPr id="10"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11115081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roße Bilder">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89" y="1762188"/>
            <a:ext cx="8508999" cy="71495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stStyle>
          <a:p>
            <a:pPr lvl="0"/>
            <a:r>
              <a:rPr lang="de-DE" noProof="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9" name="Bildplatzhalter 8"/>
          <p:cNvSpPr>
            <a:spLocks noGrp="1"/>
          </p:cNvSpPr>
          <p:nvPr>
            <p:ph type="pic" sz="quarter" idx="17"/>
          </p:nvPr>
        </p:nvSpPr>
        <p:spPr>
          <a:xfrm>
            <a:off x="0" y="2476500"/>
            <a:ext cx="9144000" cy="4381500"/>
          </a:xfrm>
          <a:prstGeom prst="rect">
            <a:avLst/>
          </a:prstGeom>
        </p:spPr>
        <p:txBody>
          <a:bodyPr/>
          <a:lstStyle/>
          <a:p>
            <a:endParaRPr lang="de-DE"/>
          </a:p>
        </p:txBody>
      </p:sp>
      <p:sp>
        <p:nvSpPr>
          <p:cNvPr id="8"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11115081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691640"/>
            <a:ext cx="9144000" cy="5166360"/>
          </a:xfrm>
          <a:prstGeom prst="rect">
            <a:avLst/>
          </a:prstGeom>
        </p:spPr>
        <p:txBody>
          <a:bodyPr/>
          <a:lstStyle>
            <a:lvl1pPr>
              <a:lnSpc>
                <a:spcPct val="114000"/>
              </a:lnSpc>
              <a:defRPr/>
            </a:lvl1pPr>
          </a:lstStyle>
          <a:p>
            <a:endParaRPr lang="de-DE" dirty="0"/>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6"/>
          </p:nvPr>
        </p:nvSpPr>
        <p:spPr/>
        <p:txBody>
          <a:bodyPr/>
          <a:lstStyle/>
          <a:p>
            <a:r>
              <a:rPr lang="de-DE"/>
              <a:t>Dr. rer. nat. Erika Mustermann (TUM) | kann beliebig erweitert werden | Infos mit Strich trennen</a:t>
            </a:r>
            <a:endParaRPr lang="en-US" dirty="0"/>
          </a:p>
        </p:txBody>
      </p:sp>
      <p:sp>
        <p:nvSpPr>
          <p:cNvPr id="7"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42579873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94334"/>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baseline="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6" name="Foliennummernplatzhalter 5"/>
          <p:cNvSpPr>
            <a:spLocks noGrp="1"/>
          </p:cNvSpPr>
          <p:nvPr>
            <p:ph type="sldNum" sz="quarter" idx="11"/>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8" name="Fußzeilenplatzhalter 7"/>
          <p:cNvSpPr>
            <a:spLocks noGrp="1"/>
          </p:cNvSpPr>
          <p:nvPr>
            <p:ph type="ftr" sz="quarter" idx="12"/>
          </p:nvPr>
        </p:nvSpPr>
        <p:spPr/>
        <p:txBody>
          <a:bodyPr/>
          <a:lstStyle>
            <a:lvl1pPr>
              <a:defRPr>
                <a:solidFill>
                  <a:schemeClr val="bg1"/>
                </a:solidFill>
              </a:defRPr>
            </a:lvl1pPr>
          </a:lstStyle>
          <a:p>
            <a:r>
              <a:rPr lang="de-DE"/>
              <a:t>Dr. rer. nat. Erika Mustermann (TUM) | kann beliebig erweitert werden | Infos mit Strich trennen</a:t>
            </a:r>
            <a:endParaRPr lang="en-US" dirty="0"/>
          </a:p>
        </p:txBody>
      </p:sp>
      <p:sp>
        <p:nvSpPr>
          <p:cNvPr id="5" name="Titel 1"/>
          <p:cNvSpPr>
            <a:spLocks noGrp="1"/>
          </p:cNvSpPr>
          <p:nvPr>
            <p:ph type="title" hasCustomPrompt="1"/>
          </p:nvPr>
        </p:nvSpPr>
        <p:spPr>
          <a:xfrm>
            <a:off x="319090" y="994334"/>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baseline="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Tree>
    <p:extLst>
      <p:ext uri="{BB962C8B-B14F-4D97-AF65-F5344CB8AC3E}">
        <p14:creationId xmlns:p14="http://schemas.microsoft.com/office/powerpoint/2010/main" val="1718550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5" Type="http://schemas.openxmlformats.org/officeDocument/2006/relationships/slideLayout" Target="../slideLayouts/slideLayout7.xml"/><Relationship Id="rId10" Type="http://schemas.openxmlformats.org/officeDocument/2006/relationships/image" Target="../media/image1.wmf"/><Relationship Id="rId4" Type="http://schemas.openxmlformats.org/officeDocument/2006/relationships/slideLayout" Target="../slideLayouts/slideLayout6.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10" Type="http://schemas.openxmlformats.org/officeDocument/2006/relationships/image" Target="../media/image1.wmf"/><Relationship Id="rId4" Type="http://schemas.openxmlformats.org/officeDocument/2006/relationships/slideLayout" Target="../slideLayouts/slideLayout14.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theme" Target="../theme/theme5.xml"/><Relationship Id="rId1" Type="http://schemas.openxmlformats.org/officeDocument/2006/relationships/slideLayout" Target="../slideLayouts/slideLayout19.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theme" Target="../theme/theme6.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Bild 8" descr="20150416 tum logo blau png final.png"/>
          <p:cNvPicPr>
            <a:picLocks noChangeAspect="1"/>
          </p:cNvPicPr>
          <p:nvPr/>
        </p:nvPicPr>
        <p:blipFill>
          <a:blip r:embed="rId3"/>
          <a:stretch>
            <a:fillRect/>
          </a:stretch>
        </p:blipFill>
        <p:spPr>
          <a:xfrm>
            <a:off x="8218411" y="324685"/>
            <a:ext cx="608352" cy="320400"/>
          </a:xfrm>
          <a:prstGeom prst="rect">
            <a:avLst/>
          </a:prstGeom>
        </p:spPr>
      </p:pic>
      <p:sp>
        <p:nvSpPr>
          <p:cNvPr id="10" name="Fußzeilenplatzhalter 3"/>
          <p:cNvSpPr>
            <a:spLocks noGrp="1"/>
          </p:cNvSpPr>
          <p:nvPr>
            <p:ph type="ftr" sz="quarter" idx="3"/>
          </p:nvPr>
        </p:nvSpPr>
        <p:spPr>
          <a:xfrm>
            <a:off x="311162" y="6473313"/>
            <a:ext cx="7829538" cy="384687"/>
          </a:xfrm>
          <a:prstGeom prst="rect">
            <a:avLst/>
          </a:prstGeom>
        </p:spPr>
        <p:txBody>
          <a:bodyPr vert="horz" lIns="0" tIns="45720" rIns="0" bIns="45720" rtlCol="0" anchor="ctr"/>
          <a:lstStyle>
            <a:lvl1pPr algn="l">
              <a:defRPr sz="1200">
                <a:solidFill>
                  <a:schemeClr val="tx1"/>
                </a:solidFill>
              </a:defRPr>
            </a:lvl1pPr>
          </a:lstStyle>
          <a:p>
            <a:r>
              <a:rPr lang="de-DE"/>
              <a:t>Dr. rer. nat. Erika Mustermann (TUM) | kann beliebig erweitert werden | Infos mit Strich trennen</a:t>
            </a:r>
            <a:endParaRPr lang="en-US" dirty="0"/>
          </a:p>
        </p:txBody>
      </p:sp>
      <p:sp>
        <p:nvSpPr>
          <p:cNvPr id="11" name="Foliennummernplatzhalter 4"/>
          <p:cNvSpPr>
            <a:spLocks noGrp="1"/>
          </p:cNvSpPr>
          <p:nvPr>
            <p:ph type="sldNum" sz="quarter" idx="4"/>
          </p:nvPr>
        </p:nvSpPr>
        <p:spPr>
          <a:xfrm>
            <a:off x="6774934" y="6473313"/>
            <a:ext cx="2052000" cy="365125"/>
          </a:xfrm>
          <a:prstGeom prst="rect">
            <a:avLst/>
          </a:prstGeom>
        </p:spPr>
        <p:txBody>
          <a:bodyPr vert="horz" lIns="0" tIns="45720" rIns="0" bIns="45720" rtlCol="0" anchor="ctr"/>
          <a:lstStyle>
            <a:lvl1pPr algn="r">
              <a:defRPr sz="1200">
                <a:solidFill>
                  <a:schemeClr val="tx1"/>
                </a:solidFill>
              </a:defRPr>
            </a:lvl1pPr>
          </a:lstStyle>
          <a:p>
            <a:fld id="{CE58CB1E-F828-4F11-99E0-327109AF9DA4}" type="slidenum">
              <a:rPr lang="de-DE" smtClean="0"/>
              <a:pPr/>
              <a:t>‹#›</a:t>
            </a:fld>
            <a:endParaRPr lang="de-DE" dirty="0"/>
          </a:p>
        </p:txBody>
      </p:sp>
    </p:spTree>
  </p:cSld>
  <p:clrMap bg1="lt1" tx1="dk1" bg2="lt2" tx2="dk2" accent1="accent1" accent2="accent2" accent3="accent3" accent4="accent4" accent5="accent5" accent6="accent6" hlink="hlink" folHlink="folHlink"/>
  <p:sldLayoutIdLst>
    <p:sldLayoutId id="2147483664" r:id="rId1"/>
  </p:sldLayoutIdLst>
  <p:hf hdr="0" dt="0"/>
  <p:txStyles>
    <p:titleStyle>
      <a:lvl1pPr algn="l" rtl="0" eaLnBrk="1" fontAlgn="base" hangingPunct="1">
        <a:lnSpc>
          <a:spcPct val="125000"/>
        </a:lnSpc>
        <a:spcBef>
          <a:spcPct val="0"/>
        </a:spcBef>
        <a:spcAft>
          <a:spcPct val="0"/>
        </a:spcAft>
        <a:defRPr sz="2200" b="0" kern="1200">
          <a:solidFill>
            <a:schemeClr val="tx1"/>
          </a:solidFill>
          <a:latin typeface="+mj-lt"/>
          <a:ea typeface="+mj-ea"/>
          <a:cs typeface="+mj-cs"/>
        </a:defRPr>
      </a:lvl1pPr>
      <a:lvl2pPr algn="l" rtl="0" eaLnBrk="1" fontAlgn="base" hangingPunct="1">
        <a:spcBef>
          <a:spcPct val="0"/>
        </a:spcBef>
        <a:spcAft>
          <a:spcPct val="0"/>
        </a:spcAft>
        <a:defRPr sz="2000" b="1">
          <a:solidFill>
            <a:schemeClr val="tx2"/>
          </a:solidFill>
          <a:latin typeface="Arial" charset="0"/>
          <a:cs typeface="Arial" charset="0"/>
        </a:defRPr>
      </a:lvl2pPr>
      <a:lvl3pPr algn="l" rtl="0" eaLnBrk="1" fontAlgn="base" hangingPunct="1">
        <a:spcBef>
          <a:spcPct val="0"/>
        </a:spcBef>
        <a:spcAft>
          <a:spcPct val="0"/>
        </a:spcAft>
        <a:defRPr sz="2000" b="1">
          <a:solidFill>
            <a:schemeClr val="tx2"/>
          </a:solidFill>
          <a:latin typeface="Arial" charset="0"/>
          <a:cs typeface="Arial" charset="0"/>
        </a:defRPr>
      </a:lvl3pPr>
      <a:lvl4pPr algn="l" rtl="0" eaLnBrk="1" fontAlgn="base" hangingPunct="1">
        <a:spcBef>
          <a:spcPct val="0"/>
        </a:spcBef>
        <a:spcAft>
          <a:spcPct val="0"/>
        </a:spcAft>
        <a:defRPr sz="2000" b="1">
          <a:solidFill>
            <a:schemeClr val="tx2"/>
          </a:solidFill>
          <a:latin typeface="Arial" charset="0"/>
          <a:cs typeface="Arial" charset="0"/>
        </a:defRPr>
      </a:lvl4pPr>
      <a:lvl5pPr algn="l" rtl="0" eaLnBrk="1" fontAlgn="base" hangingPunct="1">
        <a:spcBef>
          <a:spcPct val="0"/>
        </a:spcBef>
        <a:spcAft>
          <a:spcPct val="0"/>
        </a:spcAft>
        <a:defRPr sz="2000" b="1">
          <a:solidFill>
            <a:schemeClr val="tx2"/>
          </a:solidFill>
          <a:latin typeface="Arial" charset="0"/>
          <a:cs typeface="Arial" charset="0"/>
        </a:defRPr>
      </a:lvl5pPr>
      <a:lvl6pPr marL="457200" algn="l" rtl="0" eaLnBrk="1" fontAlgn="base" hangingPunct="1">
        <a:spcBef>
          <a:spcPct val="0"/>
        </a:spcBef>
        <a:spcAft>
          <a:spcPct val="0"/>
        </a:spcAft>
        <a:defRPr sz="2000" b="1">
          <a:solidFill>
            <a:schemeClr val="tx2"/>
          </a:solidFill>
          <a:latin typeface="Arial" charset="0"/>
          <a:cs typeface="Arial" charset="0"/>
        </a:defRPr>
      </a:lvl6pPr>
      <a:lvl7pPr marL="914400" algn="l" rtl="0" eaLnBrk="1" fontAlgn="base" hangingPunct="1">
        <a:spcBef>
          <a:spcPct val="0"/>
        </a:spcBef>
        <a:spcAft>
          <a:spcPct val="0"/>
        </a:spcAft>
        <a:defRPr sz="2000" b="1">
          <a:solidFill>
            <a:schemeClr val="tx2"/>
          </a:solidFill>
          <a:latin typeface="Arial" charset="0"/>
          <a:cs typeface="Arial" charset="0"/>
        </a:defRPr>
      </a:lvl7pPr>
      <a:lvl8pPr marL="1371600" algn="l" rtl="0" eaLnBrk="1" fontAlgn="base" hangingPunct="1">
        <a:spcBef>
          <a:spcPct val="0"/>
        </a:spcBef>
        <a:spcAft>
          <a:spcPct val="0"/>
        </a:spcAft>
        <a:defRPr sz="2000" b="1">
          <a:solidFill>
            <a:schemeClr val="tx2"/>
          </a:solidFill>
          <a:latin typeface="Arial" charset="0"/>
          <a:cs typeface="Arial" charset="0"/>
        </a:defRPr>
      </a:lvl8pPr>
      <a:lvl9pPr marL="1828800" algn="l" rtl="0" eaLnBrk="1" fontAlgn="base" hangingPunct="1">
        <a:spcBef>
          <a:spcPct val="0"/>
        </a:spcBef>
        <a:spcAft>
          <a:spcPct val="0"/>
        </a:spcAft>
        <a:defRPr sz="2000" b="1">
          <a:solidFill>
            <a:schemeClr val="tx2"/>
          </a:solidFill>
          <a:latin typeface="Arial" charset="0"/>
          <a:cs typeface="Arial" charset="0"/>
        </a:defRPr>
      </a:lvl9pPr>
    </p:titleStyle>
    <p:bodyStyle>
      <a:lvl1pPr algn="l" rtl="0" eaLnBrk="1" fontAlgn="base" hangingPunct="1">
        <a:lnSpc>
          <a:spcPct val="100000"/>
        </a:lnSpc>
        <a:spcBef>
          <a:spcPct val="0"/>
        </a:spcBef>
        <a:spcAft>
          <a:spcPct val="0"/>
        </a:spcAft>
        <a:defRPr sz="1600" kern="120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Textfeld 22"/>
          <p:cNvSpPr txBox="1"/>
          <p:nvPr/>
        </p:nvSpPr>
        <p:spPr>
          <a:xfrm>
            <a:off x="7713330" y="6563283"/>
            <a:ext cx="1115376" cy="193002"/>
          </a:xfrm>
          <a:prstGeom prst="rect">
            <a:avLst/>
          </a:prstGeom>
        </p:spPr>
        <p:txBody>
          <a:bodyPr wrap="square" lIns="0" tIns="0" rIns="0" bIns="0" rtlCol="0" anchor="b" anchorCtr="0">
            <a:spAutoFit/>
          </a:bodyPr>
          <a:lstStyle/>
          <a:p>
            <a:pPr algn="r">
              <a:lnSpc>
                <a:spcPct val="114000"/>
              </a:lnSpc>
            </a:pPr>
            <a:fld id="{C51078C5-4710-4254-8001-F1C0900803FD}" type="slidenum">
              <a:rPr lang="de-DE" sz="1200" smtClean="0">
                <a:latin typeface="+mn-lt"/>
                <a:cs typeface="Arial" pitchFamily="34" charset="0"/>
              </a:rPr>
              <a:pPr algn="r">
                <a:lnSpc>
                  <a:spcPct val="114000"/>
                </a:lnSpc>
              </a:pPr>
              <a:t>‹#›</a:t>
            </a:fld>
            <a:endParaRPr lang="de-DE" sz="1200" dirty="0">
              <a:latin typeface="+mn-lt"/>
              <a:cs typeface="Arial" pitchFamily="34" charset="0"/>
            </a:endParaRPr>
          </a:p>
        </p:txBody>
      </p:sp>
      <p:pic>
        <p:nvPicPr>
          <p:cNvPr id="5" name="Bild 4" descr="Fahnen_HG.jpg"/>
          <p:cNvPicPr>
            <a:picLocks noChangeAspect="1"/>
          </p:cNvPicPr>
          <p:nvPr/>
        </p:nvPicPr>
        <p:blipFill>
          <a:blip r:embed="rId3" cstate="screen"/>
          <a:srcRect/>
          <a:stretch>
            <a:fillRect/>
          </a:stretch>
        </p:blipFill>
        <p:spPr>
          <a:xfrm>
            <a:off x="-42532" y="0"/>
            <a:ext cx="9185031" cy="6858000"/>
          </a:xfrm>
          <a:prstGeom prst="rect">
            <a:avLst/>
          </a:prstGeom>
        </p:spPr>
      </p:pic>
      <p:pic>
        <p:nvPicPr>
          <p:cNvPr id="7" name="Bild 6" descr="20150416 tum logo blau png final.png"/>
          <p:cNvPicPr>
            <a:picLocks noChangeAspect="1"/>
          </p:cNvPicPr>
          <p:nvPr/>
        </p:nvPicPr>
        <p:blipFill>
          <a:blip r:embed="rId4"/>
          <a:stretch>
            <a:fillRect/>
          </a:stretch>
        </p:blipFill>
        <p:spPr>
          <a:xfrm>
            <a:off x="8222627" y="324650"/>
            <a:ext cx="599722" cy="320400"/>
          </a:xfrm>
          <a:prstGeom prst="rect">
            <a:avLst/>
          </a:prstGeom>
        </p:spPr>
      </p:pic>
      <p:sp>
        <p:nvSpPr>
          <p:cNvPr id="8" name="Foliennummernplatzhalter 4"/>
          <p:cNvSpPr>
            <a:spLocks noGrp="1"/>
          </p:cNvSpPr>
          <p:nvPr>
            <p:ph type="sldNum" sz="quarter" idx="4"/>
          </p:nvPr>
        </p:nvSpPr>
        <p:spPr>
          <a:xfrm>
            <a:off x="6774934" y="6473313"/>
            <a:ext cx="2052000" cy="365125"/>
          </a:xfrm>
          <a:prstGeom prst="rect">
            <a:avLst/>
          </a:prstGeom>
        </p:spPr>
        <p:txBody>
          <a:bodyPr vert="horz" lIns="0" tIns="45720" rIns="0" bIns="45720" rtlCol="0" anchor="ctr"/>
          <a:lstStyle>
            <a:lvl1pPr algn="r">
              <a:defRPr sz="1200">
                <a:solidFill>
                  <a:schemeClr val="tx1"/>
                </a:solidFill>
              </a:defRPr>
            </a:lvl1pPr>
          </a:lstStyle>
          <a:p>
            <a:fld id="{CE58CB1E-F828-4F11-99E0-327109AF9DA4}" type="slidenum">
              <a:rPr lang="de-DE" noProof="0" smtClean="0"/>
              <a:pPr/>
              <a:t>‹#›</a:t>
            </a:fld>
            <a:endParaRPr lang="de-DE" noProof="0"/>
          </a:p>
        </p:txBody>
      </p:sp>
      <p:sp>
        <p:nvSpPr>
          <p:cNvPr id="10" name="Fußzeilenplatzhalter 3"/>
          <p:cNvSpPr>
            <a:spLocks noGrp="1"/>
          </p:cNvSpPr>
          <p:nvPr>
            <p:ph type="ftr" sz="quarter" idx="3"/>
          </p:nvPr>
        </p:nvSpPr>
        <p:spPr>
          <a:xfrm>
            <a:off x="311162" y="6473313"/>
            <a:ext cx="6464280" cy="365125"/>
          </a:xfrm>
          <a:prstGeom prst="rect">
            <a:avLst/>
          </a:prstGeom>
        </p:spPr>
        <p:txBody>
          <a:bodyPr vert="horz" lIns="0" tIns="45720" rIns="0" bIns="45720" rtlCol="0" anchor="ctr"/>
          <a:lstStyle>
            <a:lvl1pPr algn="l">
              <a:defRPr sz="12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9"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Foliennummernplatzhalter 4"/>
          <p:cNvSpPr>
            <a:spLocks noGrp="1"/>
          </p:cNvSpPr>
          <p:nvPr>
            <p:ph type="sldNum" sz="quarter" idx="4"/>
          </p:nvPr>
        </p:nvSpPr>
        <p:spPr>
          <a:xfrm>
            <a:off x="6774934" y="6473313"/>
            <a:ext cx="2052000" cy="365125"/>
          </a:xfrm>
          <a:prstGeom prst="rect">
            <a:avLst/>
          </a:prstGeom>
        </p:spPr>
        <p:txBody>
          <a:bodyPr vert="horz" lIns="0" tIns="45720" rIns="0" bIns="45720" rtlCol="0" anchor="ctr"/>
          <a:lstStyle>
            <a:lvl1pPr algn="r">
              <a:defRPr sz="1200">
                <a:solidFill>
                  <a:schemeClr val="tx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6473313"/>
            <a:ext cx="6464280" cy="365125"/>
          </a:xfrm>
          <a:prstGeom prst="rect">
            <a:avLst/>
          </a:prstGeom>
        </p:spPr>
        <p:txBody>
          <a:bodyPr vert="horz" lIns="0" tIns="45720" rIns="0" bIns="45720" rtlCol="0" anchor="ctr"/>
          <a:lstStyle>
            <a:lvl1pPr algn="l">
              <a:defRPr sz="1200">
                <a:solidFill>
                  <a:schemeClr val="tx1"/>
                </a:solidFill>
              </a:defRPr>
            </a:lvl1pPr>
          </a:lstStyle>
          <a:p>
            <a:r>
              <a:rPr lang="de-DE"/>
              <a:t>Dr. rer. nat. Erika Mustermann (TUM) | kann beliebig erweitert werden | Infos mit Strich trennen</a:t>
            </a:r>
            <a:endParaRPr lang="en-US" dirty="0"/>
          </a:p>
        </p:txBody>
      </p:sp>
      <p:pic>
        <p:nvPicPr>
          <p:cNvPr id="7" name="Bild 6" descr="20150416 tum logo blau png final.png"/>
          <p:cNvPicPr>
            <a:picLocks noChangeAspect="1"/>
          </p:cNvPicPr>
          <p:nvPr/>
        </p:nvPicPr>
        <p:blipFill>
          <a:blip r:embed="rId10"/>
          <a:stretch>
            <a:fillRect/>
          </a:stretch>
        </p:blipFill>
        <p:spPr>
          <a:xfrm>
            <a:off x="8218411" y="324685"/>
            <a:ext cx="608352" cy="320400"/>
          </a:xfrm>
          <a:prstGeom prst="rect">
            <a:avLst/>
          </a:prstGeom>
        </p:spPr>
      </p:pic>
      <p:sp>
        <p:nvSpPr>
          <p:cNvPr id="11" name="Textfeld 10"/>
          <p:cNvSpPr txBox="1"/>
          <p:nvPr userDrawn="1"/>
        </p:nvSpPr>
        <p:spPr>
          <a:xfrm>
            <a:off x="320401" y="314325"/>
            <a:ext cx="7699650" cy="348403"/>
          </a:xfrm>
          <a:prstGeom prst="rect">
            <a:avLst/>
          </a:prstGeom>
          <a:noFill/>
        </p:spPr>
        <p:txBody>
          <a:bodyPr wrap="square" lIns="0" tIns="0" rIns="0" bIns="0" rtlCol="0">
            <a:spAutoFit/>
          </a:bodyPr>
          <a:lstStyle/>
          <a:p>
            <a:pPr>
              <a:lnSpc>
                <a:spcPct val="94000"/>
              </a:lnSpc>
              <a:tabLst/>
            </a:pPr>
            <a:r>
              <a:rPr lang="de-DE" sz="800" dirty="0">
                <a:solidFill>
                  <a:schemeClr val="tx2"/>
                </a:solidFill>
                <a:latin typeface="+mn-lt"/>
              </a:rPr>
              <a:t>Lehrstuhl für Musterverfahren</a:t>
            </a:r>
          </a:p>
          <a:p>
            <a:pPr>
              <a:lnSpc>
                <a:spcPct val="94000"/>
              </a:lnSpc>
              <a:tabLst/>
            </a:pPr>
            <a:r>
              <a:rPr lang="de-DE" sz="800" dirty="0">
                <a:solidFill>
                  <a:schemeClr val="tx2"/>
                </a:solidFill>
                <a:latin typeface="+mn-lt"/>
              </a:rPr>
              <a:t>TUM School </a:t>
            </a:r>
            <a:r>
              <a:rPr lang="de-DE" sz="800" dirty="0" err="1">
                <a:solidFill>
                  <a:schemeClr val="tx2"/>
                </a:solidFill>
                <a:latin typeface="+mn-lt"/>
              </a:rPr>
              <a:t>of</a:t>
            </a:r>
            <a:r>
              <a:rPr lang="de-DE" sz="800" dirty="0">
                <a:solidFill>
                  <a:schemeClr val="tx2"/>
                </a:solidFill>
                <a:latin typeface="+mn-lt"/>
              </a:rPr>
              <a:t> Mustertechnik</a:t>
            </a:r>
          </a:p>
          <a:p>
            <a:pPr>
              <a:lnSpc>
                <a:spcPct val="94000"/>
              </a:lnSpc>
              <a:tabLst/>
            </a:pPr>
            <a:r>
              <a:rPr lang="de-DE" sz="800" dirty="0">
                <a:solidFill>
                  <a:schemeClr val="tx2"/>
                </a:solidFill>
                <a:latin typeface="+mn-lt"/>
              </a:rPr>
              <a:t>Technische Universität</a:t>
            </a:r>
            <a:r>
              <a:rPr lang="de-DE" sz="800" baseline="0" dirty="0">
                <a:solidFill>
                  <a:schemeClr val="tx2"/>
                </a:solidFill>
                <a:latin typeface="+mn-lt"/>
              </a:rPr>
              <a:t> München</a:t>
            </a:r>
            <a:endParaRPr lang="de-DE" sz="800" dirty="0">
              <a:solidFill>
                <a:schemeClr val="tx2"/>
              </a:solidFill>
              <a:latin typeface="+mn-lt"/>
            </a:endParaRPr>
          </a:p>
        </p:txBody>
      </p:sp>
    </p:spTree>
  </p:cSld>
  <p:clrMap bg1="lt1" tx1="dk1" bg2="lt2" tx2="dk2" accent1="accent1" accent2="accent2" accent3="accent3" accent4="accent4" accent5="accent5" accent6="accent6" hlink="hlink" folHlink="folHlink"/>
  <p:sldLayoutIdLst>
    <p:sldLayoutId id="2147483675" r:id="rId1"/>
    <p:sldLayoutId id="2147483712" r:id="rId2"/>
    <p:sldLayoutId id="2147483713" r:id="rId3"/>
    <p:sldLayoutId id="2147483714" r:id="rId4"/>
    <p:sldLayoutId id="2147483715" r:id="rId5"/>
    <p:sldLayoutId id="2147483716" r:id="rId6"/>
    <p:sldLayoutId id="2147483717" r:id="rId7"/>
    <p:sldLayoutId id="2147483718" r:id="rId8"/>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Bild 2" descr="20150416 tum logo blau png final.png"/>
          <p:cNvPicPr>
            <a:picLocks noChangeAspect="1"/>
          </p:cNvPicPr>
          <p:nvPr/>
        </p:nvPicPr>
        <p:blipFill>
          <a:blip r:embed="rId10"/>
          <a:stretch>
            <a:fillRect/>
          </a:stretch>
        </p:blipFill>
        <p:spPr>
          <a:xfrm>
            <a:off x="8218411" y="324685"/>
            <a:ext cx="608352" cy="320400"/>
          </a:xfrm>
          <a:prstGeom prst="rect">
            <a:avLst/>
          </a:prstGeom>
        </p:spPr>
      </p:pic>
      <p:sp>
        <p:nvSpPr>
          <p:cNvPr id="5" name="Foliennummernplatzhalter 4"/>
          <p:cNvSpPr>
            <a:spLocks noGrp="1"/>
          </p:cNvSpPr>
          <p:nvPr>
            <p:ph type="sldNum" sz="quarter" idx="4"/>
          </p:nvPr>
        </p:nvSpPr>
        <p:spPr>
          <a:xfrm>
            <a:off x="6774934" y="6473313"/>
            <a:ext cx="2052074" cy="365125"/>
          </a:xfrm>
          <a:prstGeom prst="rect">
            <a:avLst/>
          </a:prstGeom>
        </p:spPr>
        <p:txBody>
          <a:bodyPr vert="horz" lIns="0" tIns="45720" rIns="0" bIns="45720" rtlCol="0" anchor="ctr"/>
          <a:lstStyle>
            <a:lvl1pPr algn="r">
              <a:defRPr sz="1200">
                <a:solidFill>
                  <a:schemeClr val="tx1"/>
                </a:solidFill>
              </a:defRPr>
            </a:lvl1pPr>
          </a:lstStyle>
          <a:p>
            <a:fld id="{CE58CB1E-F828-4F11-99E0-327109AF9DA4}" type="slidenum">
              <a:rPr lang="de-DE" smtClean="0"/>
              <a:pPr/>
              <a:t>‹#›</a:t>
            </a:fld>
            <a:endParaRPr lang="de-DE" dirty="0"/>
          </a:p>
        </p:txBody>
      </p:sp>
      <p:sp>
        <p:nvSpPr>
          <p:cNvPr id="6" name="Fußzeilenplatzhalter 3"/>
          <p:cNvSpPr>
            <a:spLocks noGrp="1"/>
          </p:cNvSpPr>
          <p:nvPr>
            <p:ph type="ftr" sz="quarter" idx="3"/>
          </p:nvPr>
        </p:nvSpPr>
        <p:spPr>
          <a:xfrm>
            <a:off x="311162" y="6473313"/>
            <a:ext cx="6464280" cy="365125"/>
          </a:xfrm>
          <a:prstGeom prst="rect">
            <a:avLst/>
          </a:prstGeom>
        </p:spPr>
        <p:txBody>
          <a:bodyPr vert="horz" lIns="0" tIns="45720" rIns="0" bIns="45720" rtlCol="0" anchor="ctr"/>
          <a:lstStyle>
            <a:lvl1pPr algn="l">
              <a:defRPr sz="1200">
                <a:solidFill>
                  <a:schemeClr val="tx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54" r:id="rId2"/>
    <p:sldLayoutId id="2147483704" r:id="rId3"/>
    <p:sldLayoutId id="2147483657" r:id="rId4"/>
    <p:sldLayoutId id="2147483711" r:id="rId5"/>
    <p:sldLayoutId id="2147483703" r:id="rId6"/>
    <p:sldLayoutId id="2147483653" r:id="rId7"/>
    <p:sldLayoutId id="2147483656" r:id="rId8"/>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hteck 5"/>
          <p:cNvSpPr/>
          <p:nvPr/>
        </p:nvSpPr>
        <p:spPr bwMode="hidden">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pic>
        <p:nvPicPr>
          <p:cNvPr id="4" name="Bild 3" descr="20150416 tum logo blau png final.png"/>
          <p:cNvPicPr>
            <a:picLocks noChangeAspect="1"/>
          </p:cNvPicPr>
          <p:nvPr/>
        </p:nvPicPr>
        <p:blipFill>
          <a:blip r:embed="rId3"/>
          <a:stretch>
            <a:fillRect/>
          </a:stretch>
        </p:blipFill>
        <p:spPr bwMode="black">
          <a:xfrm>
            <a:off x="8222628" y="324650"/>
            <a:ext cx="599723" cy="320400"/>
          </a:xfrm>
          <a:prstGeom prst="rect">
            <a:avLst/>
          </a:prstGeom>
        </p:spPr>
      </p:pic>
      <p:sp>
        <p:nvSpPr>
          <p:cNvPr id="7" name="Foliennummernplatzhalter 4"/>
          <p:cNvSpPr>
            <a:spLocks noGrp="1"/>
          </p:cNvSpPr>
          <p:nvPr>
            <p:ph type="sldNum" sz="quarter" idx="4"/>
          </p:nvPr>
        </p:nvSpPr>
        <p:spPr>
          <a:xfrm>
            <a:off x="6774934" y="6473313"/>
            <a:ext cx="2052000" cy="365125"/>
          </a:xfrm>
          <a:prstGeom prst="rect">
            <a:avLst/>
          </a:prstGeom>
        </p:spPr>
        <p:txBody>
          <a:bodyPr vert="horz" lIns="0" tIns="45720" rIns="0" bIns="45720" rtlCol="0" anchor="ctr"/>
          <a:lstStyle>
            <a:lvl1pPr algn="r">
              <a:defRPr sz="1200">
                <a:solidFill>
                  <a:schemeClr val="bg1"/>
                </a:solidFill>
              </a:defRPr>
            </a:lvl1pPr>
          </a:lstStyle>
          <a:p>
            <a:fld id="{CE58CB1E-F828-4F11-99E0-327109AF9DA4}" type="slidenum">
              <a:rPr lang="de-DE" smtClean="0"/>
              <a:pPr/>
              <a:t>‹#›</a:t>
            </a:fld>
            <a:endParaRPr lang="de-DE" dirty="0"/>
          </a:p>
        </p:txBody>
      </p:sp>
      <p:sp>
        <p:nvSpPr>
          <p:cNvPr id="8" name="Fußzeilenplatzhalter 3"/>
          <p:cNvSpPr>
            <a:spLocks noGrp="1"/>
          </p:cNvSpPr>
          <p:nvPr>
            <p:ph type="ftr" sz="quarter" idx="3"/>
          </p:nvPr>
        </p:nvSpPr>
        <p:spPr>
          <a:xfrm>
            <a:off x="311162" y="6473313"/>
            <a:ext cx="6464280" cy="365125"/>
          </a:xfrm>
          <a:prstGeom prst="rect">
            <a:avLst/>
          </a:prstGeom>
        </p:spPr>
        <p:txBody>
          <a:bodyPr vert="horz" lIns="0" tIns="45720" rIns="0" bIns="45720" rtlCol="0" anchor="ctr"/>
          <a:lstStyle>
            <a:lvl1pPr algn="l">
              <a:defRPr sz="12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85"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6"/>
          <p:cNvSpPr/>
          <p:nvPr/>
        </p:nvSpPr>
        <p:spPr bwMode="hidden">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bg1"/>
              </a:solidFill>
            </a:endParaRPr>
          </a:p>
        </p:txBody>
      </p:sp>
      <p:pic>
        <p:nvPicPr>
          <p:cNvPr id="4" name="Bild 3" descr="20150416 tum logo blau png final.png"/>
          <p:cNvPicPr>
            <a:picLocks noChangeAspect="1"/>
          </p:cNvPicPr>
          <p:nvPr/>
        </p:nvPicPr>
        <p:blipFill>
          <a:blip r:embed="rId3"/>
          <a:stretch>
            <a:fillRect/>
          </a:stretch>
        </p:blipFill>
        <p:spPr bwMode="black">
          <a:xfrm>
            <a:off x="8222627" y="324650"/>
            <a:ext cx="599722" cy="320400"/>
          </a:xfrm>
          <a:prstGeom prst="rect">
            <a:avLst/>
          </a:prstGeom>
        </p:spPr>
      </p:pic>
      <p:sp>
        <p:nvSpPr>
          <p:cNvPr id="9" name="Foliennummernplatzhalter 4"/>
          <p:cNvSpPr>
            <a:spLocks noGrp="1"/>
          </p:cNvSpPr>
          <p:nvPr>
            <p:ph type="sldNum" sz="quarter" idx="4"/>
          </p:nvPr>
        </p:nvSpPr>
        <p:spPr>
          <a:xfrm>
            <a:off x="6774934" y="6473313"/>
            <a:ext cx="2052000" cy="365125"/>
          </a:xfrm>
          <a:prstGeom prst="rect">
            <a:avLst/>
          </a:prstGeom>
        </p:spPr>
        <p:txBody>
          <a:bodyPr vert="horz" lIns="0" tIns="45720" rIns="0" bIns="45720" rtlCol="0" anchor="ctr"/>
          <a:lstStyle>
            <a:lvl1pPr algn="r">
              <a:defRPr sz="1200">
                <a:solidFill>
                  <a:schemeClr val="bg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6473313"/>
            <a:ext cx="6464280" cy="365125"/>
          </a:xfrm>
          <a:prstGeom prst="rect">
            <a:avLst/>
          </a:prstGeom>
        </p:spPr>
        <p:txBody>
          <a:bodyPr vert="horz" lIns="0" tIns="45720" rIns="0" bIns="45720" rtlCol="0" anchor="ctr"/>
          <a:lstStyle>
            <a:lvl1pPr algn="l">
              <a:defRPr sz="12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98"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lanl-ansi/PowerModels.jl/blob/master/LICENSE.md" TargetMode="External"/><Relationship Id="rId2" Type="http://schemas.openxmlformats.org/officeDocument/2006/relationships/hyperlink" Target="https://www.mit.edu/~amini/LICENSE.md" TargetMode="External"/><Relationship Id="rId1" Type="http://schemas.openxmlformats.org/officeDocument/2006/relationships/slideLayout" Target="../slideLayouts/slideLayout12.xml"/><Relationship Id="rId6" Type="http://schemas.openxmlformats.org/officeDocument/2006/relationships/hyperlink" Target="https://www.quora.com/What-is-the-difference-between-BSD-3-Clause-license-and-GPL-2-0+-license" TargetMode="External"/><Relationship Id="rId5" Type="http://schemas.openxmlformats.org/officeDocument/2006/relationships/hyperlink" Target="https://opensource.stackexchange.com/questions/217/what-are-the-essential-differences-between-the-bsd-and-mit-licences#:~:text=MIT%20applies%20to%20the%20documentation,%22%2C%20no%20mention%20of%20documentation" TargetMode="External"/><Relationship Id="rId4" Type="http://schemas.openxmlformats.org/officeDocument/2006/relationships/hyperlink" Target="https://github.com/collective/example.p4p5/blob/master/LICENSE.GP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p:cNvSpPr>
            <a:spLocks noGrp="1"/>
          </p:cNvSpPr>
          <p:nvPr>
            <p:ph idx="10"/>
          </p:nvPr>
        </p:nvSpPr>
        <p:spPr>
          <a:xfrm>
            <a:off x="421531" y="3150977"/>
            <a:ext cx="8508999" cy="1274125"/>
          </a:xfrm>
        </p:spPr>
        <p:txBody>
          <a:bodyPr/>
          <a:lstStyle/>
          <a:p>
            <a:endParaRPr dirty="0"/>
          </a:p>
        </p:txBody>
      </p:sp>
      <p:sp>
        <p:nvSpPr>
          <p:cNvPr id="7" name="Titel 6"/>
          <p:cNvSpPr>
            <a:spLocks noGrp="1"/>
          </p:cNvSpPr>
          <p:nvPr>
            <p:ph type="title"/>
          </p:nvPr>
        </p:nvSpPr>
        <p:spPr>
          <a:xfrm>
            <a:off x="421532" y="2184816"/>
            <a:ext cx="8508999" cy="820738"/>
          </a:xfrm>
        </p:spPr>
        <p:txBody>
          <a:bodyPr/>
          <a:lstStyle/>
          <a:p>
            <a:pPr algn="ctr"/>
            <a:r>
              <a:rPr lang="en-US" dirty="0" err="1"/>
              <a:t>Trilaterales</a:t>
            </a:r>
            <a:r>
              <a:rPr lang="en-US" dirty="0"/>
              <a:t> </a:t>
            </a:r>
            <a:r>
              <a:rPr lang="en-US" dirty="0" err="1"/>
              <a:t>Transferprojekt</a:t>
            </a:r>
            <a:br>
              <a:rPr lang="en-US" dirty="0"/>
            </a:br>
            <a:r>
              <a:rPr lang="en-US" dirty="0"/>
              <a:t>DFG - Fraunhofer</a:t>
            </a:r>
            <a:endParaRPr lang="de-DE" dirty="0"/>
          </a:p>
        </p:txBody>
      </p:sp>
      <p:pic>
        <p:nvPicPr>
          <p:cNvPr id="4" name="Picture 3">
            <a:extLst>
              <a:ext uri="{FF2B5EF4-FFF2-40B4-BE49-F238E27FC236}">
                <a16:creationId xmlns:a16="http://schemas.microsoft.com/office/drawing/2014/main" id="{2D6C1D76-9944-4C2C-3759-9B9215781128}"/>
              </a:ext>
            </a:extLst>
          </p:cNvPr>
          <p:cNvPicPr>
            <a:picLocks noChangeAspect="1"/>
          </p:cNvPicPr>
          <p:nvPr/>
        </p:nvPicPr>
        <p:blipFill>
          <a:blip r:embed="rId3"/>
          <a:stretch>
            <a:fillRect/>
          </a:stretch>
        </p:blipFill>
        <p:spPr>
          <a:xfrm>
            <a:off x="2015358" y="4721842"/>
            <a:ext cx="1800318" cy="485800"/>
          </a:xfrm>
          <a:prstGeom prst="rect">
            <a:avLst/>
          </a:prstGeom>
        </p:spPr>
      </p:pic>
      <p:pic>
        <p:nvPicPr>
          <p:cNvPr id="8" name="Picture 7">
            <a:extLst>
              <a:ext uri="{FF2B5EF4-FFF2-40B4-BE49-F238E27FC236}">
                <a16:creationId xmlns:a16="http://schemas.microsoft.com/office/drawing/2014/main" id="{E95F9CC3-871C-5300-8F3F-EF6FF35FFDA6}"/>
              </a:ext>
            </a:extLst>
          </p:cNvPr>
          <p:cNvPicPr>
            <a:picLocks noChangeAspect="1"/>
          </p:cNvPicPr>
          <p:nvPr/>
        </p:nvPicPr>
        <p:blipFill>
          <a:blip r:embed="rId4"/>
          <a:stretch>
            <a:fillRect/>
          </a:stretch>
        </p:blipFill>
        <p:spPr>
          <a:xfrm>
            <a:off x="5119953" y="4745656"/>
            <a:ext cx="2314694" cy="43817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en-US" sz="2400" b="1" dirty="0">
                <a:solidFill>
                  <a:schemeClr val="bg1"/>
                </a:solidFill>
              </a:rPr>
              <a:t>Allocation and Pricing in Electricity Markets</a:t>
            </a:r>
            <a:endParaRPr lang="de-DE" sz="2400" b="1" dirty="0">
              <a:solidFill>
                <a:schemeClr val="bg1"/>
              </a:solidFill>
            </a:endParaRPr>
          </a:p>
        </p:txBody>
      </p:sp>
      <p:sp>
        <p:nvSpPr>
          <p:cNvPr id="4" name="Foliennummernplatzhalter 3"/>
          <p:cNvSpPr>
            <a:spLocks noGrp="1"/>
          </p:cNvSpPr>
          <p:nvPr>
            <p:ph type="sldNum" sz="quarter" idx="11"/>
          </p:nvPr>
        </p:nvSpPr>
        <p:spPr/>
        <p:txBody>
          <a:bodyPr/>
          <a:lstStyle/>
          <a:p>
            <a:fld id="{CE58CB1E-F828-4F11-99E0-327109AF9DA4}" type="slidenum">
              <a:rPr lang="de-DE" smtClean="0"/>
              <a:pPr/>
              <a:t>2</a:t>
            </a:fld>
            <a:endParaRPr lang="de-DE" dirty="0"/>
          </a:p>
        </p:txBody>
      </p:sp>
    </p:spTree>
    <p:extLst>
      <p:ext uri="{BB962C8B-B14F-4D97-AF65-F5344CB8AC3E}">
        <p14:creationId xmlns:p14="http://schemas.microsoft.com/office/powerpoint/2010/main" val="698368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23E292-E1B0-91F9-489B-E7D78592941F}"/>
              </a:ext>
            </a:extLst>
          </p:cNvPr>
          <p:cNvSpPr>
            <a:spLocks noGrp="1"/>
          </p:cNvSpPr>
          <p:nvPr>
            <p:ph idx="1"/>
          </p:nvPr>
        </p:nvSpPr>
        <p:spPr/>
        <p:txBody>
          <a:bodyPr/>
          <a:lstStyle/>
          <a:p>
            <a:r>
              <a:rPr lang="en-US" b="1" dirty="0"/>
              <a:t>Simulator</a:t>
            </a:r>
            <a:r>
              <a:rPr lang="en-US" dirty="0"/>
              <a:t> that allows running simulations with different </a:t>
            </a:r>
            <a:r>
              <a:rPr lang="en-US" b="1" dirty="0"/>
              <a:t>pricing rules</a:t>
            </a:r>
            <a:r>
              <a:rPr lang="en-US" dirty="0"/>
              <a:t>, different </a:t>
            </a:r>
            <a:r>
              <a:rPr lang="en-US" b="1" dirty="0"/>
              <a:t>relaxations of the ACOPF</a:t>
            </a:r>
            <a:r>
              <a:rPr lang="en-US" dirty="0"/>
              <a:t>, and different </a:t>
            </a:r>
            <a:r>
              <a:rPr lang="en-US" b="1" dirty="0"/>
              <a:t>data sets </a:t>
            </a:r>
            <a:r>
              <a:rPr lang="en-US" dirty="0"/>
              <a:t>on realistic problem sizes.</a:t>
            </a:r>
          </a:p>
          <a:p>
            <a:endParaRPr lang="en-US" dirty="0"/>
          </a:p>
          <a:p>
            <a:endParaRPr lang="en-US" dirty="0"/>
          </a:p>
          <a:p>
            <a:pPr marL="285750" indent="-285750">
              <a:buFont typeface="Arial" panose="020B0604020202020204" pitchFamily="34" charset="0"/>
              <a:buChar char="•"/>
            </a:pPr>
            <a:r>
              <a:rPr lang="en-US" dirty="0"/>
              <a:t>Which optimization models best approximate the underlying AC optimal power-flow problem and allow for the computation of realistic problem sizes?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Which pricing rules best achieve design desiderata, such as low side-payments, adequate congestions signals, and low lost opportunity costs?</a:t>
            </a:r>
          </a:p>
          <a:p>
            <a:endParaRPr lang="en-US" dirty="0"/>
          </a:p>
          <a:p>
            <a:endParaRPr lang="en-US" dirty="0"/>
          </a:p>
          <a:p>
            <a:pPr marL="285750" indent="-285750">
              <a:buFont typeface="Arial" panose="020B0604020202020204" pitchFamily="34" charset="0"/>
              <a:buChar char="•"/>
            </a:pPr>
            <a:endParaRPr lang="en-US" dirty="0"/>
          </a:p>
        </p:txBody>
      </p:sp>
      <p:sp>
        <p:nvSpPr>
          <p:cNvPr id="3" name="Slide Number Placeholder 2">
            <a:extLst>
              <a:ext uri="{FF2B5EF4-FFF2-40B4-BE49-F238E27FC236}">
                <a16:creationId xmlns:a16="http://schemas.microsoft.com/office/drawing/2014/main" id="{565B9DF8-CA91-AD43-3ABF-6E74B008AC40}"/>
              </a:ext>
            </a:extLst>
          </p:cNvPr>
          <p:cNvSpPr>
            <a:spLocks noGrp="1"/>
          </p:cNvSpPr>
          <p:nvPr>
            <p:ph type="sldNum" sz="quarter" idx="11"/>
          </p:nvPr>
        </p:nvSpPr>
        <p:spPr/>
        <p:txBody>
          <a:bodyPr/>
          <a:lstStyle/>
          <a:p>
            <a:fld id="{CE58CB1E-F828-4F11-99E0-327109AF9DA4}" type="slidenum">
              <a:rPr lang="de-DE" smtClean="0"/>
              <a:pPr/>
              <a:t>3</a:t>
            </a:fld>
            <a:endParaRPr lang="de-DE" dirty="0"/>
          </a:p>
        </p:txBody>
      </p:sp>
      <p:sp>
        <p:nvSpPr>
          <p:cNvPr id="5" name="Title 4">
            <a:extLst>
              <a:ext uri="{FF2B5EF4-FFF2-40B4-BE49-F238E27FC236}">
                <a16:creationId xmlns:a16="http://schemas.microsoft.com/office/drawing/2014/main" id="{456EF48F-4CFD-33A2-6A84-20D5702FEEED}"/>
              </a:ext>
            </a:extLst>
          </p:cNvPr>
          <p:cNvSpPr>
            <a:spLocks noGrp="1"/>
          </p:cNvSpPr>
          <p:nvPr>
            <p:ph type="title"/>
          </p:nvPr>
        </p:nvSpPr>
        <p:spPr/>
        <p:txBody>
          <a:bodyPr/>
          <a:lstStyle/>
          <a:p>
            <a:r>
              <a:rPr lang="en-US" dirty="0"/>
              <a:t>Deliverables</a:t>
            </a:r>
            <a:endParaRPr lang="de-DE" dirty="0"/>
          </a:p>
        </p:txBody>
      </p:sp>
    </p:spTree>
    <p:extLst>
      <p:ext uri="{BB962C8B-B14F-4D97-AF65-F5344CB8AC3E}">
        <p14:creationId xmlns:p14="http://schemas.microsoft.com/office/powerpoint/2010/main" val="442820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B0832C25-707D-5958-7C3E-38432D252BAF}"/>
              </a:ext>
            </a:extLst>
          </p:cNvPr>
          <p:cNvPicPr>
            <a:picLocks noGrp="1" noChangeAspect="1"/>
          </p:cNvPicPr>
          <p:nvPr>
            <p:ph idx="1"/>
          </p:nvPr>
        </p:nvPicPr>
        <p:blipFill>
          <a:blip r:embed="rId2"/>
          <a:stretch>
            <a:fillRect/>
          </a:stretch>
        </p:blipFill>
        <p:spPr>
          <a:xfrm>
            <a:off x="611635" y="2036762"/>
            <a:ext cx="7788301" cy="3826904"/>
          </a:xfrm>
        </p:spPr>
      </p:pic>
      <p:sp>
        <p:nvSpPr>
          <p:cNvPr id="4" name="Foliennummernplatzhalter 3"/>
          <p:cNvSpPr>
            <a:spLocks noGrp="1"/>
          </p:cNvSpPr>
          <p:nvPr>
            <p:ph type="sldNum" sz="quarter" idx="11"/>
          </p:nvPr>
        </p:nvSpPr>
        <p:spPr/>
        <p:txBody>
          <a:bodyPr/>
          <a:lstStyle/>
          <a:p>
            <a:fld id="{CE58CB1E-F828-4F11-99E0-327109AF9DA4}" type="slidenum">
              <a:rPr lang="de-DE" smtClean="0"/>
              <a:pPr/>
              <a:t>4</a:t>
            </a:fld>
            <a:endParaRPr lang="de-DE" dirty="0"/>
          </a:p>
        </p:txBody>
      </p:sp>
      <p:sp>
        <p:nvSpPr>
          <p:cNvPr id="3" name="Titel 2"/>
          <p:cNvSpPr>
            <a:spLocks noGrp="1"/>
          </p:cNvSpPr>
          <p:nvPr>
            <p:ph type="title"/>
          </p:nvPr>
        </p:nvSpPr>
        <p:spPr/>
        <p:txBody>
          <a:bodyPr/>
          <a:lstStyle/>
          <a:p>
            <a:r>
              <a:rPr lang="de-DE" dirty="0" err="1"/>
              <a:t>Collaboration</a:t>
            </a:r>
            <a:r>
              <a:rPr lang="de-DE" dirty="0"/>
              <a:t> </a:t>
            </a:r>
            <a:r>
              <a:rPr lang="de-DE" dirty="0" err="1"/>
              <a:t>Between</a:t>
            </a:r>
            <a:r>
              <a:rPr lang="de-DE" dirty="0"/>
              <a:t> TUM, FIT and Tennet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1"/>
          </p:nvPr>
        </p:nvSpPr>
        <p:spPr/>
        <p:txBody>
          <a:bodyPr/>
          <a:lstStyle/>
          <a:p>
            <a:fld id="{CE58CB1E-F828-4F11-99E0-327109AF9DA4}" type="slidenum">
              <a:rPr lang="de-DE" smtClean="0"/>
              <a:pPr/>
              <a:t>5</a:t>
            </a:fld>
            <a:endParaRPr lang="de-DE" dirty="0"/>
          </a:p>
        </p:txBody>
      </p:sp>
      <p:sp>
        <p:nvSpPr>
          <p:cNvPr id="3" name="Titel 2"/>
          <p:cNvSpPr>
            <a:spLocks noGrp="1"/>
          </p:cNvSpPr>
          <p:nvPr>
            <p:ph type="title"/>
          </p:nvPr>
        </p:nvSpPr>
        <p:spPr/>
        <p:txBody>
          <a:bodyPr/>
          <a:lstStyle/>
          <a:p>
            <a:r>
              <a:rPr lang="de-DE" dirty="0"/>
              <a:t>Framework Design</a:t>
            </a:r>
          </a:p>
        </p:txBody>
      </p:sp>
      <p:pic>
        <p:nvPicPr>
          <p:cNvPr id="5" name="Content Placeholder 13" descr="A diagram of a business process&#10;&#10;Description automatically generated">
            <a:extLst>
              <a:ext uri="{FF2B5EF4-FFF2-40B4-BE49-F238E27FC236}">
                <a16:creationId xmlns:a16="http://schemas.microsoft.com/office/drawing/2014/main" id="{5FF3CC51-4CAB-6A34-9FC4-73260EA4E6E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92054" y="1976497"/>
            <a:ext cx="6163068" cy="4270256"/>
          </a:xfrm>
        </p:spPr>
      </p:pic>
    </p:spTree>
    <p:extLst>
      <p:ext uri="{BB962C8B-B14F-4D97-AF65-F5344CB8AC3E}">
        <p14:creationId xmlns:p14="http://schemas.microsoft.com/office/powerpoint/2010/main" val="1011061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marL="342900" indent="-342900">
              <a:buFont typeface="+mj-lt"/>
              <a:buAutoNum type="arabicPeriod"/>
            </a:pPr>
            <a:r>
              <a:rPr lang="en-US" dirty="0"/>
              <a:t>Programming language</a:t>
            </a:r>
          </a:p>
          <a:p>
            <a:pPr marL="461963" lvl="1" indent="-285750">
              <a:buFont typeface="Arial" panose="020B0604020202020204" pitchFamily="34" charset="0"/>
              <a:buChar char="•"/>
            </a:pPr>
            <a:r>
              <a:rPr lang="en-US" dirty="0"/>
              <a:t>Python </a:t>
            </a:r>
          </a:p>
          <a:p>
            <a:pPr marL="461963" lvl="1" indent="-285750">
              <a:buFont typeface="Arial" panose="020B0604020202020204" pitchFamily="34" charset="0"/>
              <a:buChar char="•"/>
            </a:pPr>
            <a:r>
              <a:rPr lang="en-US" dirty="0" err="1"/>
              <a:t>PyJulia</a:t>
            </a:r>
            <a:endParaRPr lang="en-US" dirty="0"/>
          </a:p>
          <a:p>
            <a:pPr lvl="1" indent="0">
              <a:buNone/>
            </a:pPr>
            <a:endParaRPr lang="en-US" dirty="0"/>
          </a:p>
          <a:p>
            <a:pPr marL="342900" indent="-342900">
              <a:buFont typeface="+mj-lt"/>
              <a:buAutoNum type="arabicPeriod"/>
            </a:pPr>
            <a:r>
              <a:rPr lang="en-US" dirty="0"/>
              <a:t>Open-source license</a:t>
            </a:r>
          </a:p>
          <a:p>
            <a:pPr marL="461963" lvl="1" indent="-285750">
              <a:buFont typeface="Arial" panose="020B0604020202020204" pitchFamily="34" charset="0"/>
              <a:buChar char="•"/>
            </a:pPr>
            <a:r>
              <a:rPr lang="en-US" dirty="0"/>
              <a:t>MIT</a:t>
            </a:r>
          </a:p>
          <a:p>
            <a:pPr marL="461963" lvl="1" indent="-285750">
              <a:buFont typeface="Arial" panose="020B0604020202020204" pitchFamily="34" charset="0"/>
              <a:buChar char="•"/>
            </a:pPr>
            <a:r>
              <a:rPr lang="en-US" dirty="0"/>
              <a:t>BSD (like </a:t>
            </a:r>
            <a:r>
              <a:rPr lang="en-US" dirty="0" err="1"/>
              <a:t>PowerModels.jl</a:t>
            </a:r>
            <a:r>
              <a:rPr lang="en-US" dirty="0"/>
              <a:t>)</a:t>
            </a:r>
          </a:p>
          <a:p>
            <a:pPr marL="461963" lvl="1" indent="-285750">
              <a:buFont typeface="Arial" panose="020B0604020202020204" pitchFamily="34" charset="0"/>
              <a:buChar char="•"/>
            </a:pPr>
            <a:r>
              <a:rPr lang="en-US" dirty="0"/>
              <a:t>GNU General Public License</a:t>
            </a:r>
            <a:endParaRPr lang="de-DE" dirty="0"/>
          </a:p>
        </p:txBody>
      </p:sp>
      <p:sp>
        <p:nvSpPr>
          <p:cNvPr id="4" name="Foliennummernplatzhalter 3"/>
          <p:cNvSpPr>
            <a:spLocks noGrp="1"/>
          </p:cNvSpPr>
          <p:nvPr>
            <p:ph type="sldNum" sz="quarter" idx="11"/>
          </p:nvPr>
        </p:nvSpPr>
        <p:spPr/>
        <p:txBody>
          <a:bodyPr/>
          <a:lstStyle/>
          <a:p>
            <a:fld id="{CE58CB1E-F828-4F11-99E0-327109AF9DA4}" type="slidenum">
              <a:rPr lang="de-DE" smtClean="0"/>
              <a:pPr/>
              <a:t>6</a:t>
            </a:fld>
            <a:endParaRPr lang="de-DE" dirty="0"/>
          </a:p>
        </p:txBody>
      </p:sp>
      <p:sp>
        <p:nvSpPr>
          <p:cNvPr id="3" name="Titel 2"/>
          <p:cNvSpPr>
            <a:spLocks noGrp="1"/>
          </p:cNvSpPr>
          <p:nvPr>
            <p:ph type="title"/>
          </p:nvPr>
        </p:nvSpPr>
        <p:spPr/>
        <p:txBody>
          <a:bodyPr/>
          <a:lstStyle/>
          <a:p>
            <a:r>
              <a:rPr lang="en-US" dirty="0"/>
              <a:t>Other Topics</a:t>
            </a:r>
            <a:endParaRPr lang="de-DE" dirty="0"/>
          </a:p>
        </p:txBody>
      </p:sp>
    </p:spTree>
    <p:extLst>
      <p:ext uri="{BB962C8B-B14F-4D97-AF65-F5344CB8AC3E}">
        <p14:creationId xmlns:p14="http://schemas.microsoft.com/office/powerpoint/2010/main" val="1824491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lgn="ctr"/>
            <a:endParaRPr lang="en-US" sz="4000" dirty="0"/>
          </a:p>
          <a:p>
            <a:pPr algn="ctr"/>
            <a:endParaRPr lang="en-US" sz="4000" dirty="0"/>
          </a:p>
          <a:p>
            <a:pPr algn="ctr"/>
            <a:r>
              <a:rPr lang="en-US" sz="4000" dirty="0"/>
              <a:t>Other slides</a:t>
            </a:r>
            <a:endParaRPr lang="de-DE" sz="4000" dirty="0"/>
          </a:p>
        </p:txBody>
      </p:sp>
      <p:sp>
        <p:nvSpPr>
          <p:cNvPr id="4" name="Foliennummernplatzhalter 3"/>
          <p:cNvSpPr>
            <a:spLocks noGrp="1"/>
          </p:cNvSpPr>
          <p:nvPr>
            <p:ph type="sldNum" sz="quarter" idx="11"/>
          </p:nvPr>
        </p:nvSpPr>
        <p:spPr/>
        <p:txBody>
          <a:bodyPr/>
          <a:lstStyle/>
          <a:p>
            <a:fld id="{CE58CB1E-F828-4F11-99E0-327109AF9DA4}" type="slidenum">
              <a:rPr lang="de-DE" smtClean="0"/>
              <a:pPr/>
              <a:t>7</a:t>
            </a:fld>
            <a:endParaRPr lang="de-DE" dirty="0"/>
          </a:p>
        </p:txBody>
      </p:sp>
      <p:sp>
        <p:nvSpPr>
          <p:cNvPr id="3" name="Titel 2"/>
          <p:cNvSpPr>
            <a:spLocks noGrp="1"/>
          </p:cNvSpPr>
          <p:nvPr>
            <p:ph type="title"/>
          </p:nvPr>
        </p:nvSpPr>
        <p:spPr/>
        <p:txBody>
          <a:bodyPr/>
          <a:lstStyle/>
          <a:p>
            <a:endParaRPr lang="de-DE" dirty="0"/>
          </a:p>
        </p:txBody>
      </p:sp>
    </p:spTree>
    <p:extLst>
      <p:ext uri="{BB962C8B-B14F-4D97-AF65-F5344CB8AC3E}">
        <p14:creationId xmlns:p14="http://schemas.microsoft.com/office/powerpoint/2010/main" val="4059578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6D5210-F304-230B-CC9E-147A66D8BAAC}"/>
              </a:ext>
            </a:extLst>
          </p:cNvPr>
          <p:cNvSpPr>
            <a:spLocks noGrp="1"/>
          </p:cNvSpPr>
          <p:nvPr>
            <p:ph idx="1"/>
          </p:nvPr>
        </p:nvSpPr>
        <p:spPr/>
        <p:txBody>
          <a:bodyPr/>
          <a:lstStyle/>
          <a:p>
            <a:pPr marL="285750" indent="-285750">
              <a:buFont typeface="Arial" panose="020B0604020202020204" pitchFamily="34" charset="0"/>
              <a:buChar char="•"/>
            </a:pPr>
            <a:r>
              <a:rPr lang="en-US" dirty="0" err="1"/>
              <a:t>PyJulia</a:t>
            </a:r>
            <a:r>
              <a:rPr lang="en-US" dirty="0"/>
              <a:t> is the Python package to access Julia from Python – integrate functionalities provided in the </a:t>
            </a:r>
            <a:r>
              <a:rPr lang="en-US" dirty="0" err="1"/>
              <a:t>PowerModels.jl</a:t>
            </a:r>
            <a:r>
              <a:rPr lang="en-US" dirty="0"/>
              <a:t> package.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OOP design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Strategy design pattern: </a:t>
            </a:r>
          </a:p>
          <a:p>
            <a:pPr marL="461963" lvl="1" indent="-285750">
              <a:buFont typeface="Arial" panose="020B0604020202020204" pitchFamily="34" charset="0"/>
              <a:buChar char="•"/>
            </a:pPr>
            <a:r>
              <a:rPr lang="en-US" dirty="0"/>
              <a:t>strategies for computing power flow approximations</a:t>
            </a:r>
          </a:p>
          <a:p>
            <a:pPr marL="461963" lvl="1" indent="-285750">
              <a:buFont typeface="Arial" panose="020B0604020202020204" pitchFamily="34" charset="0"/>
              <a:buChar char="•"/>
            </a:pPr>
            <a:r>
              <a:rPr lang="en-US" dirty="0"/>
              <a:t>strategies for solving the pricing problem</a:t>
            </a:r>
          </a:p>
          <a:p>
            <a:endParaRPr lang="en-US" dirty="0"/>
          </a:p>
          <a:p>
            <a:endParaRPr lang="de-DE" dirty="0"/>
          </a:p>
        </p:txBody>
      </p:sp>
      <p:sp>
        <p:nvSpPr>
          <p:cNvPr id="3" name="Slide Number Placeholder 2">
            <a:extLst>
              <a:ext uri="{FF2B5EF4-FFF2-40B4-BE49-F238E27FC236}">
                <a16:creationId xmlns:a16="http://schemas.microsoft.com/office/drawing/2014/main" id="{64160028-AC75-EB88-2011-44EAE5E885E6}"/>
              </a:ext>
            </a:extLst>
          </p:cNvPr>
          <p:cNvSpPr>
            <a:spLocks noGrp="1"/>
          </p:cNvSpPr>
          <p:nvPr>
            <p:ph type="sldNum" sz="quarter" idx="11"/>
          </p:nvPr>
        </p:nvSpPr>
        <p:spPr/>
        <p:txBody>
          <a:bodyPr/>
          <a:lstStyle/>
          <a:p>
            <a:fld id="{CE58CB1E-F828-4F11-99E0-327109AF9DA4}" type="slidenum">
              <a:rPr lang="de-DE" smtClean="0"/>
              <a:pPr/>
              <a:t>8</a:t>
            </a:fld>
            <a:endParaRPr lang="de-DE" dirty="0"/>
          </a:p>
        </p:txBody>
      </p:sp>
      <p:sp>
        <p:nvSpPr>
          <p:cNvPr id="5" name="Title 4">
            <a:extLst>
              <a:ext uri="{FF2B5EF4-FFF2-40B4-BE49-F238E27FC236}">
                <a16:creationId xmlns:a16="http://schemas.microsoft.com/office/drawing/2014/main" id="{1E28972B-FCE0-9F24-544B-BFDE48703478}"/>
              </a:ext>
            </a:extLst>
          </p:cNvPr>
          <p:cNvSpPr>
            <a:spLocks noGrp="1"/>
          </p:cNvSpPr>
          <p:nvPr>
            <p:ph type="title"/>
          </p:nvPr>
        </p:nvSpPr>
        <p:spPr/>
        <p:txBody>
          <a:bodyPr/>
          <a:lstStyle/>
          <a:p>
            <a:r>
              <a:rPr lang="en-US" dirty="0"/>
              <a:t>Programming Language &amp; Software Design</a:t>
            </a:r>
            <a:endParaRPr lang="de-DE" dirty="0"/>
          </a:p>
        </p:txBody>
      </p:sp>
    </p:spTree>
    <p:extLst>
      <p:ext uri="{BB962C8B-B14F-4D97-AF65-F5344CB8AC3E}">
        <p14:creationId xmlns:p14="http://schemas.microsoft.com/office/powerpoint/2010/main" val="527030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5A52EED-FF51-C0A5-BD82-1EF1621B9CDF}"/>
              </a:ext>
            </a:extLst>
          </p:cNvPr>
          <p:cNvSpPr>
            <a:spLocks noGrp="1"/>
          </p:cNvSpPr>
          <p:nvPr>
            <p:ph idx="1"/>
          </p:nvPr>
        </p:nvSpPr>
        <p:spPr/>
        <p:txBody>
          <a:bodyPr/>
          <a:lstStyle/>
          <a:p>
            <a:pPr marL="285750" indent="-285750">
              <a:buFont typeface="Arial" panose="020B0604020202020204" pitchFamily="34" charset="0"/>
              <a:buChar char="•"/>
            </a:pPr>
            <a:r>
              <a:rPr lang="en-US" sz="1400" dirty="0"/>
              <a:t>Users can use the software without any restrictions.</a:t>
            </a:r>
          </a:p>
          <a:p>
            <a:pPr marL="285750" indent="-285750">
              <a:buFont typeface="Arial" panose="020B0604020202020204" pitchFamily="34" charset="0"/>
              <a:buChar char="•"/>
            </a:pPr>
            <a:r>
              <a:rPr lang="en-US" sz="1400" dirty="0"/>
              <a:t>Users can modify the source code (e.g., adding new features, fixing bugs, etc.).</a:t>
            </a:r>
          </a:p>
          <a:p>
            <a:pPr marL="285750" indent="-285750">
              <a:buFont typeface="Arial" panose="020B0604020202020204" pitchFamily="34" charset="0"/>
              <a:buChar char="•"/>
            </a:pPr>
            <a:r>
              <a:rPr lang="en-US" sz="1400" dirty="0"/>
              <a:t>Users can distribute the software and their modifications under the same MIT license terms. That is, the modified versions can be distributed freely, there is no requirement to distribute the source code without the modifications.</a:t>
            </a:r>
          </a:p>
          <a:p>
            <a:pPr marL="285750" indent="-285750">
              <a:buFont typeface="Arial" panose="020B0604020202020204" pitchFamily="34" charset="0"/>
              <a:buChar char="•"/>
            </a:pPr>
            <a:r>
              <a:rPr lang="en-US" sz="1400" dirty="0"/>
              <a:t>Users cannot hold the original authors or contributors liable for any damages/issues arising from the use of the software (no warranty).</a:t>
            </a:r>
          </a:p>
          <a:p>
            <a:pPr marL="285750" indent="-285750">
              <a:buFont typeface="Arial" panose="020B0604020202020204" pitchFamily="34" charset="0"/>
              <a:buChar char="•"/>
            </a:pPr>
            <a:r>
              <a:rPr lang="en-US" sz="1400" dirty="0"/>
              <a:t>It requires that the original copyright notice and the disclaimer must be included in all copies or substantial proportions of the software.</a:t>
            </a:r>
          </a:p>
          <a:p>
            <a:endParaRPr lang="en-US" sz="1400" dirty="0"/>
          </a:p>
          <a:p>
            <a:pPr marL="0" marR="0" lvl="0" indent="0" algn="l" defTabSz="914400" rtl="0" eaLnBrk="0" fontAlgn="base" latinLnBrk="0" hangingPunct="0">
              <a:lnSpc>
                <a:spcPct val="100000"/>
              </a:lnSpc>
              <a:spcBef>
                <a:spcPct val="0"/>
              </a:spcBef>
              <a:spcAft>
                <a:spcPct val="0"/>
              </a:spcAft>
              <a:buClrTx/>
              <a:buSzTx/>
              <a:buFontTx/>
              <a:buNone/>
              <a:tabLst/>
            </a:pPr>
            <a:r>
              <a:rPr lang="en-US" sz="1400" dirty="0"/>
              <a:t>“</a:t>
            </a:r>
            <a:r>
              <a:rPr kumimoji="0" lang="de-DE" altLang="de-DE" sz="1400" b="0" i="0" u="none" strike="noStrike" cap="none" normalizeH="0" baseline="0" dirty="0">
                <a:ln>
                  <a:noFill/>
                </a:ln>
                <a:solidFill>
                  <a:schemeClr val="tx1">
                    <a:lumMod val="50000"/>
                    <a:lumOff val="50000"/>
                  </a:schemeClr>
                </a:solidFill>
                <a:effectLst/>
                <a:latin typeface="inherit"/>
              </a:rPr>
              <a:t>Permission </a:t>
            </a:r>
            <a:r>
              <a:rPr kumimoji="0" lang="de-DE" altLang="de-DE" sz="1400" b="0" i="0" u="none" strike="noStrike" cap="none" normalizeH="0" baseline="0" dirty="0" err="1">
                <a:ln>
                  <a:noFill/>
                </a:ln>
                <a:solidFill>
                  <a:schemeClr val="tx1">
                    <a:lumMod val="50000"/>
                    <a:lumOff val="50000"/>
                  </a:schemeClr>
                </a:solidFill>
                <a:effectLst/>
                <a:latin typeface="inherit"/>
              </a:rPr>
              <a:t>is</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hereby</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granted</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free</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of</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charge</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to</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any</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person</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obtaining</a:t>
            </a:r>
            <a:r>
              <a:rPr kumimoji="0" lang="de-DE" altLang="de-DE" sz="1400" b="0" i="0" u="none" strike="noStrike" cap="none" normalizeH="0" baseline="0" dirty="0">
                <a:ln>
                  <a:noFill/>
                </a:ln>
                <a:solidFill>
                  <a:schemeClr val="tx1">
                    <a:lumMod val="50000"/>
                    <a:lumOff val="50000"/>
                  </a:schemeClr>
                </a:solidFill>
                <a:effectLst/>
                <a:latin typeface="inherit"/>
              </a:rPr>
              <a:t> a </a:t>
            </a:r>
            <a:r>
              <a:rPr kumimoji="0" lang="de-DE" altLang="de-DE" sz="1400" b="0" i="0" u="none" strike="noStrike" cap="none" normalizeH="0" baseline="0" dirty="0" err="1">
                <a:ln>
                  <a:noFill/>
                </a:ln>
                <a:solidFill>
                  <a:schemeClr val="tx1">
                    <a:lumMod val="50000"/>
                    <a:lumOff val="50000"/>
                  </a:schemeClr>
                </a:solidFill>
                <a:effectLst/>
                <a:latin typeface="inherit"/>
              </a:rPr>
              <a:t>copy</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of</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this</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software</a:t>
            </a:r>
            <a:r>
              <a:rPr kumimoji="0" lang="de-DE" altLang="de-DE" sz="1400" b="0" i="0" u="none" strike="noStrike" cap="none" normalizeH="0" baseline="0" dirty="0">
                <a:ln>
                  <a:noFill/>
                </a:ln>
                <a:solidFill>
                  <a:schemeClr val="tx1">
                    <a:lumMod val="50000"/>
                    <a:lumOff val="50000"/>
                  </a:schemeClr>
                </a:solidFill>
                <a:effectLst/>
                <a:latin typeface="inherit"/>
              </a:rPr>
              <a:t> and </a:t>
            </a:r>
            <a:r>
              <a:rPr kumimoji="0" lang="de-DE" altLang="de-DE" sz="1400" b="0" i="0" u="none" strike="noStrike" cap="none" normalizeH="0" baseline="0" dirty="0" err="1">
                <a:ln>
                  <a:noFill/>
                </a:ln>
                <a:solidFill>
                  <a:schemeClr val="tx1">
                    <a:lumMod val="50000"/>
                    <a:lumOff val="50000"/>
                  </a:schemeClr>
                </a:solidFill>
                <a:effectLst/>
                <a:latin typeface="inherit"/>
              </a:rPr>
              <a:t>associated</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documentation</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files</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the</a:t>
            </a:r>
            <a:r>
              <a:rPr kumimoji="0" lang="de-DE" altLang="de-DE" sz="1400" b="0" i="0" u="none" strike="noStrike" cap="none" normalizeH="0" baseline="0" dirty="0">
                <a:ln>
                  <a:noFill/>
                </a:ln>
                <a:solidFill>
                  <a:schemeClr val="tx1">
                    <a:lumMod val="50000"/>
                    <a:lumOff val="50000"/>
                  </a:schemeClr>
                </a:solidFill>
                <a:effectLst/>
                <a:latin typeface="inherit"/>
              </a:rPr>
              <a:t> "Software"), </a:t>
            </a:r>
            <a:r>
              <a:rPr kumimoji="0" lang="de-DE" altLang="de-DE" sz="1400" b="0" i="0" u="none" strike="noStrike" cap="none" normalizeH="0" baseline="0" dirty="0" err="1">
                <a:ln>
                  <a:noFill/>
                </a:ln>
                <a:solidFill>
                  <a:schemeClr val="tx1">
                    <a:lumMod val="50000"/>
                    <a:lumOff val="50000"/>
                  </a:schemeClr>
                </a:solidFill>
                <a:effectLst/>
                <a:latin typeface="inherit"/>
              </a:rPr>
              <a:t>to</a:t>
            </a:r>
            <a:r>
              <a:rPr kumimoji="0" lang="de-DE" altLang="de-DE" sz="1400" b="0" i="0" u="none" strike="noStrike" cap="none" normalizeH="0" baseline="0" dirty="0">
                <a:ln>
                  <a:noFill/>
                </a:ln>
                <a:solidFill>
                  <a:schemeClr val="tx1">
                    <a:lumMod val="50000"/>
                    <a:lumOff val="50000"/>
                  </a:schemeClr>
                </a:solidFill>
                <a:effectLst/>
                <a:latin typeface="inherit"/>
              </a:rPr>
              <a:t> deal in </a:t>
            </a:r>
            <a:r>
              <a:rPr kumimoji="0" lang="de-DE" altLang="de-DE" sz="1400" b="0" i="0" u="none" strike="noStrike" cap="none" normalizeH="0" baseline="0" dirty="0" err="1">
                <a:ln>
                  <a:noFill/>
                </a:ln>
                <a:solidFill>
                  <a:schemeClr val="tx1">
                    <a:lumMod val="50000"/>
                    <a:lumOff val="50000"/>
                  </a:schemeClr>
                </a:solidFill>
                <a:effectLst/>
                <a:latin typeface="inherit"/>
              </a:rPr>
              <a:t>the</a:t>
            </a:r>
            <a:r>
              <a:rPr kumimoji="0" lang="de-DE" altLang="de-DE" sz="1400" b="0" i="0" u="none" strike="noStrike" cap="none" normalizeH="0" baseline="0" dirty="0">
                <a:ln>
                  <a:noFill/>
                </a:ln>
                <a:solidFill>
                  <a:schemeClr val="tx1">
                    <a:lumMod val="50000"/>
                    <a:lumOff val="50000"/>
                  </a:schemeClr>
                </a:solidFill>
                <a:effectLst/>
                <a:latin typeface="inherit"/>
              </a:rPr>
              <a:t> Software </a:t>
            </a:r>
            <a:r>
              <a:rPr kumimoji="0" lang="de-DE" altLang="de-DE" sz="1400" b="0" i="0" u="none" strike="noStrike" cap="none" normalizeH="0" baseline="0" dirty="0" err="1">
                <a:ln>
                  <a:noFill/>
                </a:ln>
                <a:solidFill>
                  <a:schemeClr val="tx1">
                    <a:lumMod val="50000"/>
                    <a:lumOff val="50000"/>
                  </a:schemeClr>
                </a:solidFill>
                <a:effectLst/>
                <a:latin typeface="inherit"/>
              </a:rPr>
              <a:t>without</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restriction</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including</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without</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limitation</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the</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rights</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to</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use</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copy</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modify</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merge</a:t>
            </a:r>
            <a:r>
              <a:rPr kumimoji="0" lang="de-DE" altLang="de-DE" sz="1400" b="0" i="0" u="none" strike="noStrike" cap="none" normalizeH="0" baseline="0" dirty="0">
                <a:ln>
                  <a:noFill/>
                </a:ln>
                <a:solidFill>
                  <a:schemeClr val="tx1">
                    <a:lumMod val="50000"/>
                    <a:lumOff val="50000"/>
                  </a:schemeClr>
                </a:solidFill>
                <a:effectLst/>
                <a:latin typeface="inherit"/>
              </a:rPr>
              <a:t>, publish, </a:t>
            </a:r>
            <a:r>
              <a:rPr kumimoji="0" lang="de-DE" altLang="de-DE" sz="1400" b="0" i="0" u="none" strike="noStrike" cap="none" normalizeH="0" baseline="0" dirty="0" err="1">
                <a:ln>
                  <a:noFill/>
                </a:ln>
                <a:solidFill>
                  <a:schemeClr val="tx1">
                    <a:lumMod val="50000"/>
                    <a:lumOff val="50000"/>
                  </a:schemeClr>
                </a:solidFill>
                <a:effectLst/>
                <a:latin typeface="inherit"/>
              </a:rPr>
              <a:t>distribute</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sublicense</a:t>
            </a:r>
            <a:r>
              <a:rPr kumimoji="0" lang="de-DE" altLang="de-DE" sz="1400" b="0" i="0" u="none" strike="noStrike" cap="none" normalizeH="0" baseline="0" dirty="0">
                <a:ln>
                  <a:noFill/>
                </a:ln>
                <a:solidFill>
                  <a:schemeClr val="tx1">
                    <a:lumMod val="50000"/>
                    <a:lumOff val="50000"/>
                  </a:schemeClr>
                </a:solidFill>
                <a:effectLst/>
                <a:latin typeface="inherit"/>
              </a:rPr>
              <a:t>, and/</a:t>
            </a:r>
            <a:r>
              <a:rPr kumimoji="0" lang="de-DE" altLang="de-DE" sz="1400" b="0" i="0" u="none" strike="noStrike" cap="none" normalizeH="0" baseline="0" dirty="0" err="1">
                <a:ln>
                  <a:noFill/>
                </a:ln>
                <a:solidFill>
                  <a:schemeClr val="tx1">
                    <a:lumMod val="50000"/>
                    <a:lumOff val="50000"/>
                  </a:schemeClr>
                </a:solidFill>
                <a:effectLst/>
                <a:latin typeface="inherit"/>
              </a:rPr>
              <a:t>or</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sell</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copies</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of</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the</a:t>
            </a:r>
            <a:r>
              <a:rPr kumimoji="0" lang="de-DE" altLang="de-DE" sz="1400" b="0" i="0" u="none" strike="noStrike" cap="none" normalizeH="0" baseline="0" dirty="0">
                <a:ln>
                  <a:noFill/>
                </a:ln>
                <a:solidFill>
                  <a:schemeClr val="tx1">
                    <a:lumMod val="50000"/>
                    <a:lumOff val="50000"/>
                  </a:schemeClr>
                </a:solidFill>
                <a:effectLst/>
                <a:latin typeface="inherit"/>
              </a:rPr>
              <a:t> Software, and </a:t>
            </a:r>
            <a:r>
              <a:rPr kumimoji="0" lang="de-DE" altLang="de-DE" sz="1400" b="0" i="0" u="none" strike="noStrike" cap="none" normalizeH="0" baseline="0" dirty="0" err="1">
                <a:ln>
                  <a:noFill/>
                </a:ln>
                <a:solidFill>
                  <a:schemeClr val="tx1">
                    <a:lumMod val="50000"/>
                    <a:lumOff val="50000"/>
                  </a:schemeClr>
                </a:solidFill>
                <a:effectLst/>
                <a:latin typeface="inherit"/>
              </a:rPr>
              <a:t>to</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permit</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persons</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to</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whom</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the</a:t>
            </a:r>
            <a:r>
              <a:rPr kumimoji="0" lang="de-DE" altLang="de-DE" sz="1400" b="0" i="0" u="none" strike="noStrike" cap="none" normalizeH="0" baseline="0" dirty="0">
                <a:ln>
                  <a:noFill/>
                </a:ln>
                <a:solidFill>
                  <a:schemeClr val="tx1">
                    <a:lumMod val="50000"/>
                    <a:lumOff val="50000"/>
                  </a:schemeClr>
                </a:solidFill>
                <a:effectLst/>
                <a:latin typeface="inherit"/>
              </a:rPr>
              <a:t> Software </a:t>
            </a:r>
            <a:r>
              <a:rPr kumimoji="0" lang="de-DE" altLang="de-DE" sz="1400" b="0" i="0" u="none" strike="noStrike" cap="none" normalizeH="0" baseline="0" dirty="0" err="1">
                <a:ln>
                  <a:noFill/>
                </a:ln>
                <a:solidFill>
                  <a:schemeClr val="tx1">
                    <a:lumMod val="50000"/>
                    <a:lumOff val="50000"/>
                  </a:schemeClr>
                </a:solidFill>
                <a:effectLst/>
                <a:latin typeface="inherit"/>
              </a:rPr>
              <a:t>is</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furnished</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to</a:t>
            </a:r>
            <a:r>
              <a:rPr kumimoji="0" lang="de-DE" altLang="de-DE" sz="1400" b="0" i="0" u="none" strike="noStrike" cap="none" normalizeH="0" baseline="0" dirty="0">
                <a:ln>
                  <a:noFill/>
                </a:ln>
                <a:solidFill>
                  <a:schemeClr val="tx1">
                    <a:lumMod val="50000"/>
                    <a:lumOff val="50000"/>
                  </a:schemeClr>
                </a:solidFill>
                <a:effectLst/>
                <a:latin typeface="inherit"/>
              </a:rPr>
              <a:t> do so, </a:t>
            </a:r>
            <a:r>
              <a:rPr kumimoji="0" lang="de-DE" altLang="de-DE" sz="1400" b="0" i="0" u="none" strike="noStrike" cap="none" normalizeH="0" baseline="0" dirty="0" err="1">
                <a:ln>
                  <a:noFill/>
                </a:ln>
                <a:solidFill>
                  <a:schemeClr val="tx1">
                    <a:lumMod val="50000"/>
                    <a:lumOff val="50000"/>
                  </a:schemeClr>
                </a:solidFill>
                <a:effectLst/>
                <a:latin typeface="inherit"/>
              </a:rPr>
              <a:t>subject</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to</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the</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following</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conditions</a:t>
            </a:r>
            <a:r>
              <a:rPr kumimoji="0" lang="de-DE" altLang="de-DE" sz="1400" b="0" i="0" u="none" strike="noStrike" cap="none" normalizeH="0" baseline="0" dirty="0">
                <a:ln>
                  <a:noFill/>
                </a:ln>
                <a:solidFill>
                  <a:schemeClr val="tx1">
                    <a:lumMod val="50000"/>
                    <a:lumOff val="50000"/>
                  </a:schemeClr>
                </a:solidFill>
                <a:effectLst/>
                <a:latin typeface="inherit"/>
              </a:rPr>
              <a:t>:</a:t>
            </a:r>
            <a:endParaRPr kumimoji="0" lang="de-DE" altLang="de-DE" sz="500" b="0" i="0" u="none" strike="noStrike" cap="none" normalizeH="0" baseline="0" dirty="0">
              <a:ln>
                <a:noFill/>
              </a:ln>
              <a:solidFill>
                <a:schemeClr val="tx1">
                  <a:lumMod val="50000"/>
                  <a:lumOff val="50000"/>
                </a:schemeClr>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0" i="0" u="none" strike="noStrike" cap="none" normalizeH="0" baseline="0" dirty="0">
                <a:ln>
                  <a:noFill/>
                </a:ln>
                <a:solidFill>
                  <a:schemeClr val="tx1">
                    <a:lumMod val="50000"/>
                    <a:lumOff val="50000"/>
                  </a:schemeClr>
                </a:solidFill>
                <a:effectLst/>
                <a:latin typeface="inherit"/>
              </a:rPr>
              <a:t>The </a:t>
            </a:r>
            <a:r>
              <a:rPr kumimoji="0" lang="de-DE" altLang="de-DE" sz="1400" b="0" i="0" u="none" strike="noStrike" cap="none" normalizeH="0" baseline="0" dirty="0" err="1">
                <a:ln>
                  <a:noFill/>
                </a:ln>
                <a:solidFill>
                  <a:schemeClr val="tx1">
                    <a:lumMod val="50000"/>
                    <a:lumOff val="50000"/>
                  </a:schemeClr>
                </a:solidFill>
                <a:effectLst/>
                <a:latin typeface="inherit"/>
              </a:rPr>
              <a:t>above</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copyright</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notice</a:t>
            </a:r>
            <a:r>
              <a:rPr kumimoji="0" lang="de-DE" altLang="de-DE" sz="1400" b="0" i="0" u="none" strike="noStrike" cap="none" normalizeH="0" baseline="0" dirty="0">
                <a:ln>
                  <a:noFill/>
                </a:ln>
                <a:solidFill>
                  <a:schemeClr val="tx1">
                    <a:lumMod val="50000"/>
                    <a:lumOff val="50000"/>
                  </a:schemeClr>
                </a:solidFill>
                <a:effectLst/>
                <a:latin typeface="inherit"/>
              </a:rPr>
              <a:t> and </a:t>
            </a:r>
            <a:r>
              <a:rPr kumimoji="0" lang="de-DE" altLang="de-DE" sz="1400" b="0" i="0" u="none" strike="noStrike" cap="none" normalizeH="0" baseline="0" dirty="0" err="1">
                <a:ln>
                  <a:noFill/>
                </a:ln>
                <a:solidFill>
                  <a:schemeClr val="tx1">
                    <a:lumMod val="50000"/>
                    <a:lumOff val="50000"/>
                  </a:schemeClr>
                </a:solidFill>
                <a:effectLst/>
                <a:latin typeface="inherit"/>
              </a:rPr>
              <a:t>this</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permission</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notice</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shall</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be</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included</a:t>
            </a:r>
            <a:r>
              <a:rPr kumimoji="0" lang="de-DE" altLang="de-DE" sz="1400" b="0" i="0" u="none" strike="noStrike" cap="none" normalizeH="0" baseline="0" dirty="0">
                <a:ln>
                  <a:noFill/>
                </a:ln>
                <a:solidFill>
                  <a:schemeClr val="tx1">
                    <a:lumMod val="50000"/>
                    <a:lumOff val="50000"/>
                  </a:schemeClr>
                </a:solidFill>
                <a:effectLst/>
                <a:latin typeface="inherit"/>
              </a:rPr>
              <a:t> in all </a:t>
            </a:r>
            <a:r>
              <a:rPr kumimoji="0" lang="de-DE" altLang="de-DE" sz="1400" b="0" i="0" u="none" strike="noStrike" cap="none" normalizeH="0" baseline="0" dirty="0" err="1">
                <a:ln>
                  <a:noFill/>
                </a:ln>
                <a:solidFill>
                  <a:schemeClr val="tx1">
                    <a:lumMod val="50000"/>
                    <a:lumOff val="50000"/>
                  </a:schemeClr>
                </a:solidFill>
                <a:effectLst/>
                <a:latin typeface="inherit"/>
              </a:rPr>
              <a:t>copies</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or</a:t>
            </a:r>
            <a:r>
              <a:rPr kumimoji="0" lang="de-DE" altLang="de-DE" sz="1400" b="0" i="0" u="none" strike="noStrike" cap="none" normalizeH="0" baseline="0" dirty="0">
                <a:ln>
                  <a:noFill/>
                </a:ln>
                <a:solidFill>
                  <a:schemeClr val="tx1">
                    <a:lumMod val="50000"/>
                    <a:lumOff val="50000"/>
                  </a:schemeClr>
                </a:solidFill>
                <a:effectLst/>
                <a:latin typeface="inherit"/>
              </a:rPr>
              <a:t> substantial </a:t>
            </a:r>
            <a:r>
              <a:rPr kumimoji="0" lang="de-DE" altLang="de-DE" sz="1400" b="0" i="0" u="none" strike="noStrike" cap="none" normalizeH="0" baseline="0" dirty="0" err="1">
                <a:ln>
                  <a:noFill/>
                </a:ln>
                <a:solidFill>
                  <a:schemeClr val="tx1">
                    <a:lumMod val="50000"/>
                    <a:lumOff val="50000"/>
                  </a:schemeClr>
                </a:solidFill>
                <a:effectLst/>
                <a:latin typeface="inherit"/>
              </a:rPr>
              <a:t>portions</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of</a:t>
            </a:r>
            <a:r>
              <a:rPr kumimoji="0" lang="de-DE" altLang="de-DE" sz="1400" b="0" i="0" u="none" strike="noStrike" cap="none" normalizeH="0" baseline="0" dirty="0">
                <a:ln>
                  <a:noFill/>
                </a:ln>
                <a:solidFill>
                  <a:schemeClr val="tx1">
                    <a:lumMod val="50000"/>
                    <a:lumOff val="50000"/>
                  </a:schemeClr>
                </a:solidFill>
                <a:effectLst/>
                <a:latin typeface="inherit"/>
              </a:rPr>
              <a:t> </a:t>
            </a:r>
            <a:r>
              <a:rPr kumimoji="0" lang="de-DE" altLang="de-DE" sz="1400" b="0" i="0" u="none" strike="noStrike" cap="none" normalizeH="0" baseline="0" dirty="0" err="1">
                <a:ln>
                  <a:noFill/>
                </a:ln>
                <a:solidFill>
                  <a:schemeClr val="tx1">
                    <a:lumMod val="50000"/>
                    <a:lumOff val="50000"/>
                  </a:schemeClr>
                </a:solidFill>
                <a:effectLst/>
                <a:latin typeface="inherit"/>
              </a:rPr>
              <a:t>the</a:t>
            </a:r>
            <a:r>
              <a:rPr kumimoji="0" lang="de-DE" altLang="de-DE" sz="1400" b="0" i="0" u="none" strike="noStrike" cap="none" normalizeH="0" baseline="0" dirty="0">
                <a:ln>
                  <a:noFill/>
                </a:ln>
                <a:solidFill>
                  <a:schemeClr val="tx1">
                    <a:lumMod val="50000"/>
                    <a:lumOff val="50000"/>
                  </a:schemeClr>
                </a:solidFill>
                <a:effectLst/>
                <a:latin typeface="inherit"/>
              </a:rPr>
              <a:t> Software.</a:t>
            </a:r>
            <a:r>
              <a:rPr lang="en-US" sz="1400" dirty="0"/>
              <a:t>”</a:t>
            </a:r>
          </a:p>
          <a:p>
            <a:pPr marL="285750" indent="-285750">
              <a:buFont typeface="Arial" panose="020B0604020202020204" pitchFamily="34" charset="0"/>
              <a:buChar char="•"/>
            </a:pPr>
            <a:endParaRPr lang="en-US" sz="1400" dirty="0"/>
          </a:p>
          <a:p>
            <a:endParaRPr lang="de-DE" sz="1400" dirty="0"/>
          </a:p>
        </p:txBody>
      </p:sp>
      <p:sp>
        <p:nvSpPr>
          <p:cNvPr id="3" name="Slide Number Placeholder 2">
            <a:extLst>
              <a:ext uri="{FF2B5EF4-FFF2-40B4-BE49-F238E27FC236}">
                <a16:creationId xmlns:a16="http://schemas.microsoft.com/office/drawing/2014/main" id="{86E75370-6298-9C7B-BB68-2B315B7CE44D}"/>
              </a:ext>
            </a:extLst>
          </p:cNvPr>
          <p:cNvSpPr>
            <a:spLocks noGrp="1"/>
          </p:cNvSpPr>
          <p:nvPr>
            <p:ph type="sldNum" sz="quarter" idx="11"/>
          </p:nvPr>
        </p:nvSpPr>
        <p:spPr/>
        <p:txBody>
          <a:bodyPr/>
          <a:lstStyle/>
          <a:p>
            <a:fld id="{CE58CB1E-F828-4F11-99E0-327109AF9DA4}" type="slidenum">
              <a:rPr lang="de-DE" smtClean="0"/>
              <a:pPr/>
              <a:t>9</a:t>
            </a:fld>
            <a:endParaRPr lang="de-DE" dirty="0"/>
          </a:p>
        </p:txBody>
      </p:sp>
      <p:sp>
        <p:nvSpPr>
          <p:cNvPr id="5" name="Title 4">
            <a:extLst>
              <a:ext uri="{FF2B5EF4-FFF2-40B4-BE49-F238E27FC236}">
                <a16:creationId xmlns:a16="http://schemas.microsoft.com/office/drawing/2014/main" id="{E53F06E2-4D3D-DC26-ACFC-15B47B39A2FC}"/>
              </a:ext>
            </a:extLst>
          </p:cNvPr>
          <p:cNvSpPr>
            <a:spLocks noGrp="1"/>
          </p:cNvSpPr>
          <p:nvPr>
            <p:ph type="title"/>
          </p:nvPr>
        </p:nvSpPr>
        <p:spPr/>
        <p:txBody>
          <a:bodyPr/>
          <a:lstStyle/>
          <a:p>
            <a:r>
              <a:rPr lang="en-US" dirty="0"/>
              <a:t>MIT License</a:t>
            </a:r>
            <a:endParaRPr lang="de-DE" dirty="0"/>
          </a:p>
        </p:txBody>
      </p:sp>
    </p:spTree>
    <p:extLst>
      <p:ext uri="{BB962C8B-B14F-4D97-AF65-F5344CB8AC3E}">
        <p14:creationId xmlns:p14="http://schemas.microsoft.com/office/powerpoint/2010/main" val="2665997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4F21CED-CCEB-9408-0B32-4454BEE54FC7}"/>
              </a:ext>
            </a:extLst>
          </p:cNvPr>
          <p:cNvSpPr>
            <a:spLocks noGrp="1"/>
          </p:cNvSpPr>
          <p:nvPr>
            <p:ph idx="1"/>
          </p:nvPr>
        </p:nvSpPr>
        <p:spPr/>
        <p:txBody>
          <a:bodyPr/>
          <a:lstStyle/>
          <a:p>
            <a:r>
              <a:rPr lang="en-US" sz="1400" dirty="0"/>
              <a:t>0-Clause BSD:</a:t>
            </a:r>
          </a:p>
          <a:p>
            <a:r>
              <a:rPr lang="en-US" sz="1400" dirty="0"/>
              <a:t>“</a:t>
            </a:r>
            <a:r>
              <a:rPr lang="en-US" sz="1400" b="0" i="0" dirty="0">
                <a:solidFill>
                  <a:schemeClr val="tx1">
                    <a:lumMod val="50000"/>
                    <a:lumOff val="50000"/>
                  </a:schemeClr>
                </a:solidFill>
                <a:effectLst/>
                <a:latin typeface="-apple-system"/>
              </a:rPr>
              <a:t>Permission to use, copy, modify, and/or distribute this software for any purpose with or without fee is hereby granted.</a:t>
            </a:r>
            <a:r>
              <a:rPr lang="en-US" sz="1400" dirty="0">
                <a:solidFill>
                  <a:schemeClr val="tx1">
                    <a:lumMod val="50000"/>
                    <a:lumOff val="50000"/>
                  </a:schemeClr>
                </a:solidFill>
              </a:rPr>
              <a:t>”</a:t>
            </a:r>
          </a:p>
          <a:p>
            <a:endParaRPr lang="en-US" sz="1400" dirty="0"/>
          </a:p>
          <a:p>
            <a:r>
              <a:rPr lang="en-US" sz="1400" dirty="0"/>
              <a:t>2-Clause BSD (</a:t>
            </a:r>
            <a:r>
              <a:rPr lang="en-US" sz="1400" dirty="0">
                <a:solidFill>
                  <a:srgbClr val="FF0000"/>
                </a:solidFill>
              </a:rPr>
              <a:t>similar to MIT license</a:t>
            </a:r>
            <a:r>
              <a:rPr lang="en-US" sz="1400" dirty="0"/>
              <a:t>):</a:t>
            </a:r>
            <a:endParaRPr lang="en-US" sz="1400" dirty="0">
              <a:solidFill>
                <a:srgbClr val="FF0000"/>
              </a:solidFill>
            </a:endParaRPr>
          </a:p>
          <a:p>
            <a:r>
              <a:rPr lang="en-US" sz="1400" dirty="0">
                <a:solidFill>
                  <a:schemeClr val="tx1">
                    <a:lumMod val="50000"/>
                    <a:lumOff val="50000"/>
                  </a:schemeClr>
                </a:solidFill>
              </a:rPr>
              <a:t>“</a:t>
            </a:r>
            <a:r>
              <a:rPr lang="en-US" sz="1400" b="0" i="0" dirty="0">
                <a:solidFill>
                  <a:schemeClr val="tx1">
                    <a:lumMod val="50000"/>
                    <a:lumOff val="50000"/>
                  </a:schemeClr>
                </a:solidFill>
                <a:effectLst/>
                <a:latin typeface="-apple-system"/>
              </a:rPr>
              <a:t>Redistribution and use in source and binary forms, with or without modification, are permitted provided that the following conditions are met:</a:t>
            </a:r>
          </a:p>
          <a:p>
            <a:r>
              <a:rPr lang="en-US" sz="1400" dirty="0">
                <a:solidFill>
                  <a:schemeClr val="tx1">
                    <a:lumMod val="50000"/>
                    <a:lumOff val="50000"/>
                  </a:schemeClr>
                </a:solidFill>
                <a:latin typeface="-apple-system"/>
              </a:rPr>
              <a:t>1. </a:t>
            </a:r>
            <a:r>
              <a:rPr lang="en-US" sz="1400" b="0" i="0" dirty="0">
                <a:solidFill>
                  <a:schemeClr val="tx1">
                    <a:lumMod val="50000"/>
                    <a:lumOff val="50000"/>
                  </a:schemeClr>
                </a:solidFill>
                <a:effectLst/>
                <a:latin typeface="inherit"/>
              </a:rPr>
              <a:t>Redistributions of source code must retain the above copyright notice, this list of conditions and the following disclaimer.</a:t>
            </a:r>
          </a:p>
          <a:p>
            <a:r>
              <a:rPr lang="en-US" sz="1400" dirty="0">
                <a:solidFill>
                  <a:schemeClr val="tx1">
                    <a:lumMod val="50000"/>
                    <a:lumOff val="50000"/>
                  </a:schemeClr>
                </a:solidFill>
                <a:latin typeface="-apple-system"/>
              </a:rPr>
              <a:t>2. </a:t>
            </a:r>
            <a:r>
              <a:rPr lang="en-US" sz="1400" b="0" i="0" dirty="0">
                <a:solidFill>
                  <a:schemeClr val="tx1">
                    <a:lumMod val="50000"/>
                    <a:lumOff val="50000"/>
                  </a:schemeClr>
                </a:solidFill>
                <a:effectLst/>
                <a:latin typeface="inherit"/>
              </a:rPr>
              <a:t>Redistributions in binary form must reproduce the above copyright notice, this list of conditions and the following disclaimer in the documentation and/or other materials provided with the distribution.</a:t>
            </a:r>
            <a:r>
              <a:rPr lang="en-US" sz="1400" dirty="0">
                <a:solidFill>
                  <a:schemeClr val="tx1">
                    <a:lumMod val="50000"/>
                    <a:lumOff val="50000"/>
                  </a:schemeClr>
                </a:solidFill>
              </a:rPr>
              <a:t>”</a:t>
            </a:r>
          </a:p>
          <a:p>
            <a:endParaRPr lang="en-US" sz="1400" dirty="0"/>
          </a:p>
          <a:p>
            <a:r>
              <a:rPr lang="en-US" sz="1400" dirty="0"/>
              <a:t>3-Clause BSD (</a:t>
            </a:r>
            <a:r>
              <a:rPr lang="en-US" sz="1400" dirty="0">
                <a:solidFill>
                  <a:srgbClr val="FF0000"/>
                </a:solidFill>
              </a:rPr>
              <a:t>used by </a:t>
            </a:r>
            <a:r>
              <a:rPr lang="en-US" sz="1400" dirty="0" err="1">
                <a:solidFill>
                  <a:srgbClr val="FF0000"/>
                </a:solidFill>
              </a:rPr>
              <a:t>PowerModels.jl</a:t>
            </a:r>
            <a:r>
              <a:rPr lang="en-US" sz="1400"/>
              <a:t>): adds </a:t>
            </a:r>
            <a:r>
              <a:rPr lang="en-US" sz="1400" dirty="0"/>
              <a:t>the following clause:</a:t>
            </a:r>
          </a:p>
          <a:p>
            <a:r>
              <a:rPr lang="en-US" sz="1400" dirty="0"/>
              <a:t>“</a:t>
            </a:r>
            <a:r>
              <a:rPr lang="en-US" sz="1400" dirty="0">
                <a:solidFill>
                  <a:schemeClr val="tx1">
                    <a:lumMod val="50000"/>
                    <a:lumOff val="50000"/>
                  </a:schemeClr>
                </a:solidFill>
                <a:latin typeface="-apple-system"/>
              </a:rPr>
              <a:t>3</a:t>
            </a:r>
            <a:r>
              <a:rPr lang="en-US" sz="1400" b="0" i="0" dirty="0">
                <a:solidFill>
                  <a:schemeClr val="tx1">
                    <a:lumMod val="50000"/>
                    <a:lumOff val="50000"/>
                  </a:schemeClr>
                </a:solidFill>
                <a:effectLst/>
                <a:latin typeface="-apple-system"/>
              </a:rPr>
              <a:t>. Neither the name of the [organization] nor the names of its contributors may be used to endorse or promote products derived from this software without specific prior written permission</a:t>
            </a:r>
            <a:r>
              <a:rPr lang="en-US" sz="1400" b="0" i="0" dirty="0">
                <a:solidFill>
                  <a:srgbClr val="525960"/>
                </a:solidFill>
                <a:effectLst/>
                <a:latin typeface="-apple-system"/>
              </a:rPr>
              <a:t>.</a:t>
            </a:r>
            <a:r>
              <a:rPr lang="en-US" sz="1400" dirty="0"/>
              <a:t>”</a:t>
            </a:r>
          </a:p>
          <a:p>
            <a:endParaRPr lang="en-US" sz="1400" dirty="0"/>
          </a:p>
          <a:p>
            <a:r>
              <a:rPr lang="en-US" sz="1400" dirty="0"/>
              <a:t>4-Clause BSD: adds the following clause:</a:t>
            </a:r>
          </a:p>
          <a:p>
            <a:r>
              <a:rPr lang="en-US" sz="1400" dirty="0"/>
              <a:t>“</a:t>
            </a:r>
            <a:r>
              <a:rPr lang="en-US" sz="1400" b="0" i="0" dirty="0">
                <a:solidFill>
                  <a:schemeClr val="tx1">
                    <a:lumMod val="50000"/>
                    <a:lumOff val="50000"/>
                  </a:schemeClr>
                </a:solidFill>
                <a:effectLst/>
                <a:latin typeface="-apple-system"/>
              </a:rPr>
              <a:t>4. All advertising materials mentioning features or use of this software must display the following acknowledgement: This product includes software developed by the [organization]</a:t>
            </a:r>
            <a:r>
              <a:rPr lang="en-US" sz="1400" b="0" i="0" dirty="0">
                <a:solidFill>
                  <a:srgbClr val="525960"/>
                </a:solidFill>
                <a:effectLst/>
                <a:latin typeface="-apple-system"/>
              </a:rPr>
              <a:t>.</a:t>
            </a:r>
            <a:r>
              <a:rPr lang="en-US" sz="1400" dirty="0"/>
              <a:t>”</a:t>
            </a:r>
          </a:p>
          <a:p>
            <a:endParaRPr lang="de-DE" sz="1400" dirty="0"/>
          </a:p>
        </p:txBody>
      </p:sp>
      <p:sp>
        <p:nvSpPr>
          <p:cNvPr id="3" name="Slide Number Placeholder 2">
            <a:extLst>
              <a:ext uri="{FF2B5EF4-FFF2-40B4-BE49-F238E27FC236}">
                <a16:creationId xmlns:a16="http://schemas.microsoft.com/office/drawing/2014/main" id="{BB693FDD-13BE-3354-F252-CB3964ED6377}"/>
              </a:ext>
            </a:extLst>
          </p:cNvPr>
          <p:cNvSpPr>
            <a:spLocks noGrp="1"/>
          </p:cNvSpPr>
          <p:nvPr>
            <p:ph type="sldNum" sz="quarter" idx="11"/>
          </p:nvPr>
        </p:nvSpPr>
        <p:spPr/>
        <p:txBody>
          <a:bodyPr/>
          <a:lstStyle/>
          <a:p>
            <a:fld id="{CE58CB1E-F828-4F11-99E0-327109AF9DA4}" type="slidenum">
              <a:rPr lang="de-DE" smtClean="0"/>
              <a:pPr/>
              <a:t>10</a:t>
            </a:fld>
            <a:endParaRPr lang="de-DE" dirty="0"/>
          </a:p>
        </p:txBody>
      </p:sp>
      <p:sp>
        <p:nvSpPr>
          <p:cNvPr id="5" name="Title 4">
            <a:extLst>
              <a:ext uri="{FF2B5EF4-FFF2-40B4-BE49-F238E27FC236}">
                <a16:creationId xmlns:a16="http://schemas.microsoft.com/office/drawing/2014/main" id="{439521C6-8EB0-0E76-9337-40F5C76C9192}"/>
              </a:ext>
            </a:extLst>
          </p:cNvPr>
          <p:cNvSpPr>
            <a:spLocks noGrp="1"/>
          </p:cNvSpPr>
          <p:nvPr>
            <p:ph type="title"/>
          </p:nvPr>
        </p:nvSpPr>
        <p:spPr/>
        <p:txBody>
          <a:bodyPr/>
          <a:lstStyle/>
          <a:p>
            <a:r>
              <a:rPr lang="en-US" dirty="0"/>
              <a:t>BSD License - Variants</a:t>
            </a:r>
            <a:endParaRPr lang="de-DE" dirty="0"/>
          </a:p>
        </p:txBody>
      </p:sp>
    </p:spTree>
    <p:extLst>
      <p:ext uri="{BB962C8B-B14F-4D97-AF65-F5344CB8AC3E}">
        <p14:creationId xmlns:p14="http://schemas.microsoft.com/office/powerpoint/2010/main" val="3517028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992D6A-5517-622C-3B77-A3B3AD593148}"/>
              </a:ext>
            </a:extLst>
          </p:cNvPr>
          <p:cNvSpPr>
            <a:spLocks noGrp="1"/>
          </p:cNvSpPr>
          <p:nvPr>
            <p:ph idx="1"/>
          </p:nvPr>
        </p:nvSpPr>
        <p:spPr/>
        <p:txBody>
          <a:bodyPr/>
          <a:lstStyle/>
          <a:p>
            <a:pPr marL="285750" indent="-285750">
              <a:buFont typeface="Arial" panose="020B0604020202020204" pitchFamily="34" charset="0"/>
              <a:buChar char="•"/>
            </a:pPr>
            <a:r>
              <a:rPr lang="en-US" dirty="0"/>
              <a:t>Used to prevent software from becoming proprietary.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Any changes made to the code must be released under the GPL, and any software that uses the code must also be released under the same GPL license (Copyleft).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If a user distributes the software, they must also provide the source code and any changes made to it.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Not compatible with e.g., 3-Clause BSD: if we combine GPL-licensed code with code licensed under an incompatible license, we cannot distribute the resulting combination unless we remove the GPL-licensed code or obtain permission to re-license it.</a:t>
            </a:r>
          </a:p>
          <a:p>
            <a:pPr marL="285750" indent="-285750">
              <a:buFont typeface="Arial" panose="020B0604020202020204" pitchFamily="34" charset="0"/>
              <a:buChar char="•"/>
            </a:pPr>
            <a:endParaRPr lang="en-US" dirty="0"/>
          </a:p>
        </p:txBody>
      </p:sp>
      <p:sp>
        <p:nvSpPr>
          <p:cNvPr id="3" name="Slide Number Placeholder 2">
            <a:extLst>
              <a:ext uri="{FF2B5EF4-FFF2-40B4-BE49-F238E27FC236}">
                <a16:creationId xmlns:a16="http://schemas.microsoft.com/office/drawing/2014/main" id="{8FAD6206-3317-7954-12A7-90E68FC39CD2}"/>
              </a:ext>
            </a:extLst>
          </p:cNvPr>
          <p:cNvSpPr>
            <a:spLocks noGrp="1"/>
          </p:cNvSpPr>
          <p:nvPr>
            <p:ph type="sldNum" sz="quarter" idx="11"/>
          </p:nvPr>
        </p:nvSpPr>
        <p:spPr/>
        <p:txBody>
          <a:bodyPr/>
          <a:lstStyle/>
          <a:p>
            <a:fld id="{CE58CB1E-F828-4F11-99E0-327109AF9DA4}" type="slidenum">
              <a:rPr lang="de-DE" smtClean="0"/>
              <a:pPr/>
              <a:t>11</a:t>
            </a:fld>
            <a:endParaRPr lang="de-DE" dirty="0"/>
          </a:p>
        </p:txBody>
      </p:sp>
      <p:sp>
        <p:nvSpPr>
          <p:cNvPr id="5" name="Title 4">
            <a:extLst>
              <a:ext uri="{FF2B5EF4-FFF2-40B4-BE49-F238E27FC236}">
                <a16:creationId xmlns:a16="http://schemas.microsoft.com/office/drawing/2014/main" id="{7CF0F03A-98FD-2236-269F-306E608163C2}"/>
              </a:ext>
            </a:extLst>
          </p:cNvPr>
          <p:cNvSpPr>
            <a:spLocks noGrp="1"/>
          </p:cNvSpPr>
          <p:nvPr>
            <p:ph type="title"/>
          </p:nvPr>
        </p:nvSpPr>
        <p:spPr/>
        <p:txBody>
          <a:bodyPr/>
          <a:lstStyle/>
          <a:p>
            <a:r>
              <a:rPr lang="en-US" dirty="0"/>
              <a:t>GNU General Public License</a:t>
            </a:r>
            <a:endParaRPr lang="de-DE" dirty="0"/>
          </a:p>
        </p:txBody>
      </p:sp>
    </p:spTree>
    <p:extLst>
      <p:ext uri="{BB962C8B-B14F-4D97-AF65-F5344CB8AC3E}">
        <p14:creationId xmlns:p14="http://schemas.microsoft.com/office/powerpoint/2010/main" val="1114023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6B2E4D-29AD-1F9B-FD43-3A2663E9204C}"/>
              </a:ext>
            </a:extLst>
          </p:cNvPr>
          <p:cNvSpPr>
            <a:spLocks noGrp="1"/>
          </p:cNvSpPr>
          <p:nvPr>
            <p:ph idx="1"/>
          </p:nvPr>
        </p:nvSpPr>
        <p:spPr/>
        <p:txBody>
          <a:bodyPr/>
          <a:lstStyle/>
          <a:p>
            <a:r>
              <a:rPr lang="en-US" dirty="0"/>
              <a:t>Example MIT license: </a:t>
            </a:r>
            <a:r>
              <a:rPr lang="en-US" dirty="0">
                <a:hlinkClick r:id="rId2"/>
              </a:rPr>
              <a:t>https://www.mit.edu/~amini/LICENSE.md</a:t>
            </a:r>
            <a:r>
              <a:rPr lang="en-US" dirty="0"/>
              <a:t> </a:t>
            </a:r>
          </a:p>
          <a:p>
            <a:endParaRPr lang="en-US" dirty="0"/>
          </a:p>
          <a:p>
            <a:r>
              <a:rPr lang="en-US" dirty="0"/>
              <a:t>Example BSD license: </a:t>
            </a:r>
            <a:r>
              <a:rPr lang="en-US" dirty="0">
                <a:hlinkClick r:id="rId3"/>
              </a:rPr>
              <a:t>https://github.com/lanl-ansi/PowerModels.jl/blob/master/LICENSE.md</a:t>
            </a:r>
            <a:endParaRPr lang="en-US" dirty="0"/>
          </a:p>
          <a:p>
            <a:endParaRPr lang="en-US" dirty="0"/>
          </a:p>
          <a:p>
            <a:r>
              <a:rPr lang="en-US" dirty="0"/>
              <a:t>Example GNU General Public License: </a:t>
            </a:r>
            <a:r>
              <a:rPr lang="en-US" dirty="0">
                <a:hlinkClick r:id="rId4"/>
              </a:rPr>
              <a:t>https://github.com/collective/example.p4p5/blob/master/LICENSE.GPL</a:t>
            </a:r>
            <a:r>
              <a:rPr lang="en-US" dirty="0"/>
              <a:t> </a:t>
            </a:r>
          </a:p>
          <a:p>
            <a:r>
              <a:rPr lang="en-US" dirty="0"/>
              <a:t> </a:t>
            </a:r>
          </a:p>
          <a:p>
            <a:endParaRPr lang="en-US" dirty="0"/>
          </a:p>
          <a:p>
            <a:r>
              <a:rPr lang="en-US" dirty="0"/>
              <a:t>Useful links: </a:t>
            </a:r>
          </a:p>
          <a:p>
            <a:r>
              <a:rPr lang="en-US" dirty="0">
                <a:hlinkClick r:id="rId5"/>
              </a:rPr>
              <a:t>https://opensource.stackexchange.com/questions/217/what-are-the-essential-differences-between-the-bsd-and-mit-licences#:~:text=MIT%20applies%20to%20the%20documentation,%22%2C%20no%20mention%20of%20documentation</a:t>
            </a:r>
            <a:endParaRPr lang="en-US" dirty="0"/>
          </a:p>
          <a:p>
            <a:endParaRPr lang="en-US" dirty="0"/>
          </a:p>
          <a:p>
            <a:r>
              <a:rPr lang="en-US" dirty="0">
                <a:hlinkClick r:id="rId6"/>
              </a:rPr>
              <a:t>https://www.quora.com/What-is-the-difference-between-BSD-3-Clause-license-and-GPL-2-0+-license</a:t>
            </a:r>
            <a:endParaRPr lang="en-US" dirty="0"/>
          </a:p>
          <a:p>
            <a:endParaRPr lang="en-US" dirty="0"/>
          </a:p>
          <a:p>
            <a:endParaRPr lang="en-US" dirty="0"/>
          </a:p>
          <a:p>
            <a:endParaRPr lang="de-DE" dirty="0"/>
          </a:p>
        </p:txBody>
      </p:sp>
      <p:sp>
        <p:nvSpPr>
          <p:cNvPr id="3" name="Slide Number Placeholder 2">
            <a:extLst>
              <a:ext uri="{FF2B5EF4-FFF2-40B4-BE49-F238E27FC236}">
                <a16:creationId xmlns:a16="http://schemas.microsoft.com/office/drawing/2014/main" id="{C1B27C42-40F8-A983-9487-D2DB125C50D1}"/>
              </a:ext>
            </a:extLst>
          </p:cNvPr>
          <p:cNvSpPr>
            <a:spLocks noGrp="1"/>
          </p:cNvSpPr>
          <p:nvPr>
            <p:ph type="sldNum" sz="quarter" idx="11"/>
          </p:nvPr>
        </p:nvSpPr>
        <p:spPr/>
        <p:txBody>
          <a:bodyPr/>
          <a:lstStyle/>
          <a:p>
            <a:fld id="{CE58CB1E-F828-4F11-99E0-327109AF9DA4}" type="slidenum">
              <a:rPr lang="de-DE" smtClean="0"/>
              <a:pPr/>
              <a:t>12</a:t>
            </a:fld>
            <a:endParaRPr lang="de-DE" dirty="0"/>
          </a:p>
        </p:txBody>
      </p:sp>
      <p:sp>
        <p:nvSpPr>
          <p:cNvPr id="5" name="Title 4">
            <a:extLst>
              <a:ext uri="{FF2B5EF4-FFF2-40B4-BE49-F238E27FC236}">
                <a16:creationId xmlns:a16="http://schemas.microsoft.com/office/drawing/2014/main" id="{7466D62D-13C8-525B-AB10-39D8248AE9DD}"/>
              </a:ext>
            </a:extLst>
          </p:cNvPr>
          <p:cNvSpPr>
            <a:spLocks noGrp="1"/>
          </p:cNvSpPr>
          <p:nvPr>
            <p:ph type="title"/>
          </p:nvPr>
        </p:nvSpPr>
        <p:spPr/>
        <p:txBody>
          <a:bodyPr/>
          <a:lstStyle/>
          <a:p>
            <a:r>
              <a:rPr lang="en-US" dirty="0"/>
              <a:t>Open-Source Licenses - Examples</a:t>
            </a:r>
            <a:endParaRPr lang="de-DE" dirty="0"/>
          </a:p>
        </p:txBody>
      </p:sp>
    </p:spTree>
    <p:extLst>
      <p:ext uri="{BB962C8B-B14F-4D97-AF65-F5344CB8AC3E}">
        <p14:creationId xmlns:p14="http://schemas.microsoft.com/office/powerpoint/2010/main" val="2439424658"/>
      </p:ext>
    </p:extLst>
  </p:cSld>
  <p:clrMapOvr>
    <a:masterClrMapping/>
  </p:clrMapOvr>
</p:sld>
</file>

<file path=ppt/theme/theme1.xml><?xml version="1.0" encoding="utf-8"?>
<a:theme xmlns:a="http://schemas.openxmlformats.org/drawingml/2006/main" name="160104_TUM_Praesentation_p_v1">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2E019856-8A39-4989-9AE1-7C5D0D17D45C}" vid="{3AA9884A-113D-4C11-9945-C6A08D921A6E}"/>
    </a:ext>
  </a:extLst>
</a:theme>
</file>

<file path=ppt/theme/theme2.xml><?xml version="1.0" encoding="utf-8"?>
<a:theme xmlns:a="http://schemas.openxmlformats.org/drawingml/2006/main" name="Titel 2">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2E019856-8A39-4989-9AE1-7C5D0D17D45C}" vid="{402C367E-F50E-423C-A37C-5A8CABF57FC5}"/>
    </a:ext>
  </a:extLst>
</a:theme>
</file>

<file path=ppt/theme/theme3.xml><?xml version="1.0" encoding="utf-8"?>
<a:theme xmlns:a="http://schemas.openxmlformats.org/drawingml/2006/main" name="Titel 3">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2E019856-8A39-4989-9AE1-7C5D0D17D45C}" vid="{5CCDF41C-F6E0-4FD6-99AE-3A51B2B147FF}"/>
    </a:ext>
  </a:extLst>
</a:theme>
</file>

<file path=ppt/theme/theme4.xml><?xml version="1.0" encoding="utf-8"?>
<a:theme xmlns:a="http://schemas.openxmlformats.org/drawingml/2006/main" name="Inhalt">
  <a:themeElements>
    <a:clrScheme name="TUM">
      <a:dk1>
        <a:sysClr val="windowText" lastClr="000000"/>
      </a:dk1>
      <a:lt1>
        <a:sysClr val="window" lastClr="FFFFFF"/>
      </a:lt1>
      <a:dk2>
        <a:srgbClr val="003359"/>
      </a:dk2>
      <a:lt2>
        <a:srgbClr val="0065BD"/>
      </a:lt2>
      <a:accent1>
        <a:srgbClr val="005293"/>
      </a:accent1>
      <a:accent2>
        <a:srgbClr val="64A0C8"/>
      </a:accent2>
      <a:accent3>
        <a:srgbClr val="98C6EA"/>
      </a:accent3>
      <a:accent4>
        <a:srgbClr val="A2AD00"/>
      </a:accent4>
      <a:accent5>
        <a:srgbClr val="E37222"/>
      </a:accent5>
      <a:accent6>
        <a:srgbClr val="DAD7CB"/>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2E019856-8A39-4989-9AE1-7C5D0D17D45C}" vid="{1567C3F1-47A2-4B46-B4FE-8FF264F6166D}"/>
    </a:ext>
  </a:extLst>
</a:theme>
</file>

<file path=ppt/theme/theme5.xml><?xml version="1.0" encoding="utf-8"?>
<a:theme xmlns:a="http://schemas.openxmlformats.org/drawingml/2006/main" name="Kapiteltrenner blau">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2E019856-8A39-4989-9AE1-7C5D0D17D45C}" vid="{F07EE733-870D-406F-B5B6-25783610C7BF}"/>
    </a:ext>
  </a:extLst>
</a:theme>
</file>

<file path=ppt/theme/theme6.xml><?xml version="1.0" encoding="utf-8"?>
<a:theme xmlns:a="http://schemas.openxmlformats.org/drawingml/2006/main" name="Kapiteltrenner schwarz">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2E019856-8A39-4989-9AE1-7C5D0D17D45C}" vid="{B8BECA3F-AAB3-4A25-9CB6-CCBE808D17ED}"/>
    </a:ext>
  </a:extLst>
</a:theme>
</file>

<file path=ppt/theme/theme7.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2111_Praesentationsvorlage_3-4</Template>
  <TotalTime>0</TotalTime>
  <Words>828</Words>
  <Application>Microsoft Office PowerPoint</Application>
  <PresentationFormat>On-screen Show (4:3)</PresentationFormat>
  <Paragraphs>88</Paragraphs>
  <Slides>12</Slides>
  <Notes>1</Notes>
  <HiddenSlides>0</HiddenSlides>
  <MMClips>0</MMClips>
  <ScaleCrop>false</ScaleCrop>
  <HeadingPairs>
    <vt:vector size="6" baseType="variant">
      <vt:variant>
        <vt:lpstr>Fonts Used</vt:lpstr>
      </vt:variant>
      <vt:variant>
        <vt:i4>7</vt:i4>
      </vt:variant>
      <vt:variant>
        <vt:lpstr>Theme</vt:lpstr>
      </vt:variant>
      <vt:variant>
        <vt:i4>6</vt:i4>
      </vt:variant>
      <vt:variant>
        <vt:lpstr>Slide Titles</vt:lpstr>
      </vt:variant>
      <vt:variant>
        <vt:i4>12</vt:i4>
      </vt:variant>
    </vt:vector>
  </HeadingPairs>
  <TitlesOfParts>
    <vt:vector size="25" baseType="lpstr">
      <vt:lpstr>-apple-system</vt:lpstr>
      <vt:lpstr>Arial</vt:lpstr>
      <vt:lpstr>Calibri</vt:lpstr>
      <vt:lpstr>Courier New</vt:lpstr>
      <vt:lpstr>inherit</vt:lpstr>
      <vt:lpstr>Symbol</vt:lpstr>
      <vt:lpstr>Wingdings</vt:lpstr>
      <vt:lpstr>160104_TUM_Praesentation_p_v1</vt:lpstr>
      <vt:lpstr>Titel 2</vt:lpstr>
      <vt:lpstr>Titel 3</vt:lpstr>
      <vt:lpstr>Inhalt</vt:lpstr>
      <vt:lpstr>Kapiteltrenner blau</vt:lpstr>
      <vt:lpstr>Kapiteltrenner schwarz</vt:lpstr>
      <vt:lpstr>Trilaterales Transferprojekt DFG - Fraunhofer</vt:lpstr>
      <vt:lpstr>PowerPoint Presentation</vt:lpstr>
      <vt:lpstr>Deliverables</vt:lpstr>
      <vt:lpstr>Collaboration Between TUM, FIT and Tennet</vt:lpstr>
      <vt:lpstr>Framework Design</vt:lpstr>
      <vt:lpstr>Other Topics</vt:lpstr>
      <vt:lpstr>PowerPoint Presentation</vt:lpstr>
      <vt:lpstr>Programming Language &amp; Software Design</vt:lpstr>
      <vt:lpstr>MIT License</vt:lpstr>
      <vt:lpstr>BSD License - Variants</vt:lpstr>
      <vt:lpstr>GNU General Public License</vt:lpstr>
      <vt:lpstr>Open-Source Licenses - Examples</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Trilaterales Transferprojekt DFG - Fraunhofer</dc:title>
  <dc:creator>Teodora Dobos</dc:creator>
  <cp:lastModifiedBy>Teodora Dobos</cp:lastModifiedBy>
  <cp:revision>4</cp:revision>
  <cp:lastPrinted>2015-07-30T14:04:45Z</cp:lastPrinted>
  <dcterms:created xsi:type="dcterms:W3CDTF">2023-09-28T18:15:38Z</dcterms:created>
  <dcterms:modified xsi:type="dcterms:W3CDTF">2023-10-01T13:37:10Z</dcterms:modified>
</cp:coreProperties>
</file>