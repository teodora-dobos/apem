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6E98C-F5CC-C24B-BF5A-D9E9DB33ADCF}" v="1" dt="2024-08-07T05:37:17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1" autoAdjust="0"/>
    <p:restoredTop sz="94654"/>
  </p:normalViewPr>
  <p:slideViewPr>
    <p:cSldViewPr snapToGrid="0">
      <p:cViewPr varScale="1">
        <p:scale>
          <a:sx n="136" d="100"/>
          <a:sy n="136" d="100"/>
        </p:scale>
        <p:origin x="1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46A-F4DF-5BAA-6A9B-BBB4DC46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956B-2297-D619-7EEE-BEFEA3A9A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9E81-4D5C-5366-8BFB-2D48CD9D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E030-CE3E-76A1-CC06-09BEF3B6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87CF-F90F-C254-585F-43E0ADEC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39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6EEC-B41D-91A5-4E7F-1C1AC246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CD5C-03D1-879E-5A9B-5AAF82FA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B8BB2-C175-EF4D-4B5A-FB6B4655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1B46-81F7-5553-88E6-C5A2C9CD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A37C5-6897-52EE-7AE4-4EB6F2B2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64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337F-2828-3289-BFD5-F0014A45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E2E7B-3B4B-8BD2-FEBE-A00731A8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4938-9DCA-1EC4-4FC5-AE4AE1CF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B615-F139-D6AF-522F-C3E74443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B0BB-5EFE-1C05-D7ED-99BEAB7E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00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4D06-5181-4A2E-0D7A-19FB09DD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FC15-05FE-C34F-4B3E-55AE11212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2274C-02B3-87FC-9692-15E36DE7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049F-8FB4-DE2C-099D-A7AE77C5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1CFC-F885-790B-5AD2-CFE9D6B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2419D-B11E-34C9-5671-1C8EF11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1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36A-5685-B814-379D-F7CC1B4F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663B-B77C-6F62-9FA2-09FA34BC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61F3-BDA9-00C3-64BE-4502CAA1D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89FBB-35C7-45F2-CFF7-AEACAEB68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4D27E-6F41-78A0-19BF-85519811D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C547D-9CAD-F1CD-84CA-55FD7202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D839-8556-9436-6BB7-D52B1669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68E7E-5F15-2487-BED7-814A201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475B-F630-48DA-A353-38E2996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6DFC-9E2C-6842-D962-92707A56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5EA79-5799-E45C-C7FC-9C5BED2A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1C11-56B9-31DA-A4F1-7D2C0996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9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ACCB1-BE37-838C-73DF-F6EA36D1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A91A5-6712-41B2-7223-44A86A4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A41A-4F02-8830-667F-11BEE46A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47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4037-70AC-7A4E-F311-8A7A7B7C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B116-0506-2374-AB35-E814C5E4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BA03-E121-96E3-6909-43CDDCA5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78816-4427-BB21-78C4-D253CC92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4555-7ED7-7054-2E90-B7CC6BF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277B-8BD4-D01B-F5FB-5EC3A4F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8F52-ADB7-FBE4-4892-6EF4DF4E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1805E-5304-CDF0-FEE6-A4018F8D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4F58-D547-1E66-C837-86DC70C1C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B2AAB-1F52-808B-2DA9-8F7C506A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D896E-DD09-EC2B-EF51-399BA8C3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CEC6-7532-B073-55FD-5F6247D0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3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1EA-B41C-DDC7-E787-40BC502A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730AC-CFE6-8B79-C4E1-1596FBAB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53A5-BE7B-7362-95AB-51D7A610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DA35-1DFF-CA98-8DB7-D5823DCB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DF74-C8F5-9BEA-0705-2166A08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59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45AB6-EC7E-2AD3-D334-95A4AF315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D9EAB-7058-14B7-DFB1-10E15609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7EC3-94B9-1331-4CE3-31CC0C4D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01A5-4C6B-939F-4CE7-B6F8FC5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270C-3E77-B2F7-7C19-26D5FABB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9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4C5FF-1521-6185-2CF9-388D9891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19C8-2C9D-08C3-D79D-A30F8CE1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A8FF-6501-ED55-DF78-C46294BE0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4B93-A96A-4931-8331-FEABEEA4E03F}" type="datetimeFigureOut">
              <a:rPr lang="de-DE" smtClean="0"/>
              <a:t>06.08.24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E354-944C-7F86-CE8A-44062285A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E846-5381-324A-EE25-B955A5C5B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23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cornelusse/openDAM?tab=BSD-2-Clause-1-ov-file#readm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7338-B522-C46C-B8DF-19E8EE14A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4F944-B961-C196-EA32-FA3442CCB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07.08.2024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98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Project updates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Data set: US &amp; European models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EUPHEMIA implementation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Flow-based market coupling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417597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de-DE" dirty="0"/>
          </a:p>
        </p:txBody>
      </p:sp>
      <p:pic>
        <p:nvPicPr>
          <p:cNvPr id="5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812A3355-764E-905E-FCAE-1559980A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9014"/>
            <a:ext cx="10515600" cy="159997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091241-B986-3709-3C94-D7B987A031FC}"/>
              </a:ext>
            </a:extLst>
          </p:cNvPr>
          <p:cNvSpPr/>
          <p:nvPr/>
        </p:nvSpPr>
        <p:spPr>
          <a:xfrm>
            <a:off x="905434" y="3101788"/>
            <a:ext cx="10372165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E67118-A521-9E9F-F94D-95F563209EB0}"/>
              </a:ext>
            </a:extLst>
          </p:cNvPr>
          <p:cNvCxnSpPr/>
          <p:nvPr/>
        </p:nvCxnSpPr>
        <p:spPr>
          <a:xfrm>
            <a:off x="8292353" y="2187388"/>
            <a:ext cx="0" cy="44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5B868-596C-04F5-6989-2A9CBF9F6EC2}"/>
              </a:ext>
            </a:extLst>
          </p:cNvPr>
          <p:cNvSpPr txBox="1"/>
          <p:nvPr/>
        </p:nvSpPr>
        <p:spPr>
          <a:xfrm>
            <a:off x="7741433" y="1844904"/>
            <a:ext cx="1101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are here</a:t>
            </a:r>
            <a:endParaRPr lang="de-DE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AEBC94-7D63-47C2-B207-4D8633228B7A}"/>
              </a:ext>
            </a:extLst>
          </p:cNvPr>
          <p:cNvSpPr/>
          <p:nvPr/>
        </p:nvSpPr>
        <p:spPr>
          <a:xfrm>
            <a:off x="905433" y="3842345"/>
            <a:ext cx="10372165" cy="211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Committed data module &amp; DCOPF implementation</a:t>
            </a:r>
          </a:p>
          <a:p>
            <a:r>
              <a:rPr lang="en-US" sz="2400" dirty="0"/>
              <a:t>Initial EUPHEMIA model</a:t>
            </a:r>
          </a:p>
          <a:p>
            <a:endParaRPr lang="en-US" sz="2400" dirty="0"/>
          </a:p>
          <a:p>
            <a:r>
              <a:rPr lang="en-US" sz="2400" dirty="0"/>
              <a:t>Working on: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Framework for regression testing &amp; numerical experiments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Data conversion (details will follow)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Pricing algorithms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101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configuration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A2509D-D121-CB84-4C89-64FEA19BA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284" y="1367959"/>
            <a:ext cx="7878468" cy="4352219"/>
          </a:xfrm>
        </p:spPr>
      </p:pic>
    </p:spTree>
    <p:extLst>
      <p:ext uri="{BB962C8B-B14F-4D97-AF65-F5344CB8AC3E}">
        <p14:creationId xmlns:p14="http://schemas.microsoft.com/office/powerpoint/2010/main" val="32177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CA9E4-36C8-62C5-58BE-6BFBFEBCEB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PyPSA: best dataset to compare US &amp; European market clearing models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800" dirty="0"/>
                  <a:t>includes supply, demand, and network information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de-DE" sz="2400" dirty="0"/>
                  <a:t>Problem: </a:t>
                </a:r>
                <a:r>
                  <a:rPr lang="de-DE" sz="2400" dirty="0" err="1">
                    <a:solidFill>
                      <a:srgbClr val="FF0000"/>
                    </a:solidFill>
                  </a:rPr>
                  <a:t>no</a:t>
                </a:r>
                <a:r>
                  <a:rPr lang="de-DE" sz="2400" dirty="0">
                    <a:solidFill>
                      <a:srgbClr val="FF0000"/>
                    </a:solidFill>
                  </a:rPr>
                  <a:t> block </a:t>
                </a:r>
                <a:r>
                  <a:rPr lang="de-DE" sz="2400" dirty="0" err="1">
                    <a:solidFill>
                      <a:srgbClr val="FF0000"/>
                    </a:solidFill>
                  </a:rPr>
                  <a:t>bids</a:t>
                </a:r>
                <a:r>
                  <a:rPr lang="de-DE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 sz="2400" dirty="0"/>
                  <a:t> need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generate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them</a:t>
                </a:r>
                <a:r>
                  <a:rPr lang="de-DE" sz="2400" dirty="0"/>
                  <a:t> </a:t>
                </a:r>
              </a:p>
              <a:p>
                <a:r>
                  <a:rPr lang="de-DE" sz="2400" dirty="0" err="1"/>
                  <a:t>Proposal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co-supervised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thesis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project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preparing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data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EUPHEMIA</a:t>
                </a:r>
              </a:p>
              <a:p>
                <a:pPr marL="457200" lvl="1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CA9E4-36C8-62C5-58BE-6BFBFEBCE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b="-56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1872AD7-6527-FABB-2613-372BA8D7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821" y="2606802"/>
            <a:ext cx="5514358" cy="240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9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EUPHEMIA implementation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>
                <a:hlinkClick r:id="rId2"/>
              </a:rPr>
              <a:t>https://github.com/bcornelusse/openDAM?tab=BSD-2-Clause-1-ov-file#readme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>
                <a:solidFill>
                  <a:srgbClr val="FF0000"/>
                </a:solidFill>
              </a:rPr>
              <a:t>Can </a:t>
            </a:r>
            <a:r>
              <a:rPr lang="de-DE" sz="2400" dirty="0" err="1">
                <a:solidFill>
                  <a:srgbClr val="FF0000"/>
                </a:solidFill>
              </a:rPr>
              <a:t>we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use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it</a:t>
            </a:r>
            <a:r>
              <a:rPr lang="de-DE" sz="24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1299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Flow-based market coupling (FBMC)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CA9E4-36C8-62C5-58BE-6BFBFEBCEB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How to integrate FBMC in our Euphemia implementation?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What parameters are needed? How can we estimate them?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Use IEEE RTS to construct a small example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starting point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Proposal: </a:t>
                </a:r>
                <a:r>
                  <a:rPr lang="de-DE" sz="2400" dirty="0" err="1"/>
                  <a:t>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co-supervised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thesis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project</a:t>
                </a:r>
                <a:r>
                  <a:rPr lang="de-DE" sz="2400" dirty="0"/>
                  <a:t> on FBMC</a:t>
                </a:r>
                <a:r>
                  <a:rPr lang="en-US" sz="2400" dirty="0"/>
                  <a:t> 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CA9E4-36C8-62C5-58BE-6BFBFEBCE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2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167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APEM Monthly Meeting</vt:lpstr>
      <vt:lpstr>Agenda</vt:lpstr>
      <vt:lpstr>Timeline</vt:lpstr>
      <vt:lpstr>Project updates</vt:lpstr>
      <vt:lpstr>Scenario configuration</vt:lpstr>
      <vt:lpstr>Data set</vt:lpstr>
      <vt:lpstr>Existing EUPHEMIA implementation</vt:lpstr>
      <vt:lpstr>Flow-based market coupling (FBMC)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Doboş</cp:lastModifiedBy>
  <cp:revision>7</cp:revision>
  <dcterms:created xsi:type="dcterms:W3CDTF">2024-07-10T11:40:56Z</dcterms:created>
  <dcterms:modified xsi:type="dcterms:W3CDTF">2024-08-07T08:05:39Z</dcterms:modified>
</cp:coreProperties>
</file>