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4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C70CD-3CA1-75E5-4ADA-E83CBC052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431496-B3DB-2B01-0ECF-A3B4A4A68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5AB88-4E49-161E-2F9D-275A06D29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314D-AFA3-45AD-944D-1C49E3A07759}" type="datetimeFigureOut">
              <a:rPr lang="de-DE" smtClean="0"/>
              <a:t>18.04.2024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53B19-02F4-D542-2B9C-3F4FD5D51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72454-F617-8EF5-733B-757CF1D94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9662-A662-4BB0-8856-C9F988A5F9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5693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3E1F8-6499-2E4A-A564-C87112135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5D5FF-369E-4F20-9B31-6D86B0C1B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3DD8E-AFC3-8583-6311-339EC5A91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314D-AFA3-45AD-944D-1C49E3A07759}" type="datetimeFigureOut">
              <a:rPr lang="de-DE" smtClean="0"/>
              <a:t>18.04.2024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BB400-43F9-8C86-CCD9-9912B89BA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EF0A8-71C4-81EF-8D25-17130B5BE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9662-A662-4BB0-8856-C9F988A5F9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8377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7095E-D1F4-5AA9-1567-B63076E66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7C760-3FE4-BD7D-8A87-75ED576B7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F8039-F4A2-D43B-558B-D11B20E2A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314D-AFA3-45AD-944D-1C49E3A07759}" type="datetimeFigureOut">
              <a:rPr lang="de-DE" smtClean="0"/>
              <a:t>18.04.2024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21811-EA9A-6F0A-A623-5089A1BD7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5FC87-8AE4-E738-12DB-4B2F869B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9662-A662-4BB0-8856-C9F988A5F9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0607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BD177-E600-EE6F-1518-B50932BB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2DE2D-4AC1-5980-C2FE-A39804981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E9DB7-EA6A-9628-765C-C2867B957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34BC1-E10F-A8DA-4749-EDB9D3CCB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314D-AFA3-45AD-944D-1C49E3A07759}" type="datetimeFigureOut">
              <a:rPr lang="de-DE" smtClean="0"/>
              <a:t>18.04.2024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7B41F-CE5F-DB68-72FB-EB6FED952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57436-A187-6530-B7E1-B129B5822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9662-A662-4BB0-8856-C9F988A5F9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024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983AF-6409-784E-E63C-688ED9563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9A50B-CA77-4EDC-04AA-D1AD71A00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5BC19-8A7A-1761-B2AF-6438CE009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3EA12E-CF8B-51F0-8E75-F265BF5DFA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B39A31-95DC-B14B-1DC6-89A6A01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F4DF1F-5759-CFFE-D42A-674106DEF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314D-AFA3-45AD-944D-1C49E3A07759}" type="datetimeFigureOut">
              <a:rPr lang="de-DE" smtClean="0"/>
              <a:t>18.04.2024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82BB97-661D-A91B-ACE4-F8C7C18B5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DFCA2D-EDE8-F87C-7921-B522FF163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9662-A662-4BB0-8856-C9F988A5F9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1718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79AC8-F995-E05B-1E1E-084E84661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9257F4-D00F-F395-4471-55E3C7A6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314D-AFA3-45AD-944D-1C49E3A07759}" type="datetimeFigureOut">
              <a:rPr lang="de-DE" smtClean="0"/>
              <a:t>18.04.2024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E82053-8A8E-76B0-FF0F-B54B56F33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5921E-5A6A-3615-53C0-B03E46E8C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9662-A662-4BB0-8856-C9F988A5F9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554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A3FA00-FBC8-AA01-4E26-864C8F1ED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314D-AFA3-45AD-944D-1C49E3A07759}" type="datetimeFigureOut">
              <a:rPr lang="de-DE" smtClean="0"/>
              <a:t>18.04.2024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DAB288-6687-74E5-1F4F-8E4AE3D76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0CDE3-474D-E5D9-161E-56395F77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9662-A662-4BB0-8856-C9F988A5F9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3576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19B2E-F177-78C7-F541-78F00BED3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3FA3C-992F-612E-6C55-FC8E3A8E0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835DA-D1F3-C481-73E6-1BCF60344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D1F814-2788-A07B-6C6B-3CB1D8255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314D-AFA3-45AD-944D-1C49E3A07759}" type="datetimeFigureOut">
              <a:rPr lang="de-DE" smtClean="0"/>
              <a:t>18.04.2024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3B381-39B4-061C-43CB-C04C89B2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9D583-E786-F843-AA97-320C4F193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9662-A662-4BB0-8856-C9F988A5F9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6501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FEB02-1735-7DDD-A2E6-55CED1380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AD850B-D824-2BD0-4ED6-3E993AB5C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4F3DD-C7A9-A491-9FB8-5D2B22500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E37E6-E26B-F9AA-BF69-73CFEE989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314D-AFA3-45AD-944D-1C49E3A07759}" type="datetimeFigureOut">
              <a:rPr lang="de-DE" smtClean="0"/>
              <a:t>18.04.2024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AF80C-2F3D-94E3-A979-F4FC768A2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F35C6-7720-70D3-03FD-A18D96D49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9662-A662-4BB0-8856-C9F988A5F9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6143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A245B-2EFB-E406-DC5E-1286164C1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248F7-85BC-4791-1FD4-31991DE5C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33FA7-6D97-4761-A1D0-F4C530A66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314D-AFA3-45AD-944D-1C49E3A07759}" type="datetimeFigureOut">
              <a:rPr lang="de-DE" smtClean="0"/>
              <a:t>18.04.2024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55DD8-53D2-18B3-029D-64B657AB5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81348-8784-2B48-3CF0-720DBFF5D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9662-A662-4BB0-8856-C9F988A5F9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9378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CE9A3C-4FC4-BEC3-871D-CC6E4398D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8643A-B042-7C77-98B0-A7FB76263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89263-3CC0-612E-53C4-6570FB7A1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314D-AFA3-45AD-944D-1C49E3A07759}" type="datetimeFigureOut">
              <a:rPr lang="de-DE" smtClean="0"/>
              <a:t>18.04.2024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09E95-D4CE-7E12-31EF-19DD0D723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4EE38-6ECE-BCBB-C829-DA27949B1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9662-A662-4BB0-8856-C9F988A5F9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6566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CC8A6D-2ADF-9FCB-1BF4-3F6B3281C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92739-27FF-6A4C-81FE-915A12824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5E846-F4A7-3E0C-60DB-2588D5AD4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D314D-AFA3-45AD-944D-1C49E3A07759}" type="datetimeFigureOut">
              <a:rPr lang="de-DE" smtClean="0"/>
              <a:t>18.04.2024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E4BE1-9319-35D0-8A53-14C07A71C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7DACC-A7A2-74C4-E09B-31F25B288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09662-A662-4BB0-8856-C9F988A5F9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5818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miner2.pjm.com/feed/energy_market_offers/definition" TargetMode="External"/><Relationship Id="rId2" Type="http://schemas.openxmlformats.org/officeDocument/2006/relationships/hyperlink" Target="https://gocompetition.energy.gov/challenges/challenge-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entsoe.eu/network_codes/bzr/" TargetMode="External"/><Relationship Id="rId4" Type="http://schemas.openxmlformats.org/officeDocument/2006/relationships/hyperlink" Target="https://pypsa-eur.readthedocs.io/en/lates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C7A68-BB70-5EB5-B34E-C88E478AC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data sources</a:t>
            </a:r>
            <a:endParaRPr lang="de-D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D4597D7-B1EF-99E8-60E5-1B452F24EA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506377"/>
              </p:ext>
            </p:extLst>
          </p:nvPr>
        </p:nvGraphicFramePr>
        <p:xfrm>
          <a:off x="838200" y="1488980"/>
          <a:ext cx="10515597" cy="494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67389757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99548250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95398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source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Usage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422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IEEE RTS + market data from Garcia et al.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scenario: supply, demand and network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provided in the repository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50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ARPA-E GO Competition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Multiple scenarios: supply, demand and network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Download scenarios from </a:t>
                      </a:r>
                      <a:r>
                        <a:rPr lang="en-US" dirty="0">
                          <a:hlinkClick r:id="rId2"/>
                        </a:rPr>
                        <a:t>https://gocompetition.energy.gov/challenges/challenge-2</a:t>
                      </a:r>
                      <a:r>
                        <a:rPr lang="en-US" dirty="0"/>
                        <a:t> 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202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PJM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data including supply and demand information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Download sample from </a:t>
                      </a:r>
                      <a:r>
                        <a:rPr lang="en-US" dirty="0">
                          <a:hlinkClick r:id="rId3"/>
                        </a:rPr>
                        <a:t>https://dataminer2.pjm.com/feed/energy_market_offers/definition</a:t>
                      </a:r>
                      <a:r>
                        <a:rPr lang="de-DE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294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PyPSA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Multiple scenarios: supply, demand and network for Germany – 2 network models: 40 nodes and 328 nodes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provided in the repository, publicly available: </a:t>
                      </a:r>
                      <a:r>
                        <a:rPr lang="en-US" dirty="0">
                          <a:hlinkClick r:id="rId4"/>
                        </a:rPr>
                        <a:t>https://pypsa-eur.readthedocs.io/en/latest/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917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BZR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Multiple scenarios: supply, demand and </a:t>
                      </a:r>
                      <a:r>
                        <a:rPr lang="en-US"/>
                        <a:t>network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Request data set at </a:t>
                      </a:r>
                      <a:r>
                        <a:rPr lang="en-US" dirty="0">
                          <a:hlinkClick r:id="rId5"/>
                        </a:rPr>
                        <a:t>https://www.entsoe.eu/network_codes/bzr/</a:t>
                      </a:r>
                      <a:r>
                        <a:rPr lang="en-US" dirty="0"/>
                        <a:t> 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886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188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Overview of data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data sources</dc:title>
  <dc:creator>Teodora Dobos</dc:creator>
  <cp:lastModifiedBy>Teodora Dobos</cp:lastModifiedBy>
  <cp:revision>2</cp:revision>
  <dcterms:created xsi:type="dcterms:W3CDTF">2024-04-17T14:22:50Z</dcterms:created>
  <dcterms:modified xsi:type="dcterms:W3CDTF">2024-04-18T08:30:21Z</dcterms:modified>
</cp:coreProperties>
</file>